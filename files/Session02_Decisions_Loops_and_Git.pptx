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5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88" r:id="rId5"/>
  </p:sldMasterIdLst>
  <p:sldIdLst>
    <p:sldId id="301" r:id="rId66"/>
    <p:sldId id="302" r:id="rId67"/>
    <p:sldId id="303" r:id="rId68"/>
    <p:sldId id="304" r:id="rId69"/>
    <p:sldId id="305" r:id="rId70"/>
    <p:sldId id="306" r:id="rId71"/>
    <p:sldId id="307" r:id="rId72"/>
    <p:sldId id="308" r:id="rId73"/>
    <p:sldId id="309" r:id="rId74"/>
    <p:sldId id="310" r:id="rId75"/>
    <p:sldId id="311" r:id="rId76"/>
    <p:sldId id="312" r:id="rId77"/>
    <p:sldId id="313" r:id="rId78"/>
    <p:sldId id="314" r:id="rId79"/>
    <p:sldId id="315" r:id="rId80"/>
    <p:sldId id="316" r:id="rId81"/>
    <p:sldId id="317" r:id="rId82"/>
    <p:sldId id="318" r:id="rId83"/>
    <p:sldId id="319" r:id="rId84"/>
    <p:sldId id="320" r:id="rId85"/>
    <p:sldId id="321" r:id="rId86"/>
    <p:sldId id="322" r:id="rId87"/>
    <p:sldId id="323" r:id="rId88"/>
    <p:sldId id="324" r:id="rId89"/>
    <p:sldId id="325" r:id="rId90"/>
    <p:sldId id="326" r:id="rId91"/>
    <p:sldId id="327" r:id="rId9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49887D-4FC9-410D-9A07-46A0CF493F28}" v="1" dt="2026-05-04T12:30:37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microsoft.com/office/2015/10/relationships/revisionInfo" Target="revisionInfo.xml"/><Relationship Id="rId66" Type="http://schemas.openxmlformats.org/officeDocument/2006/relationships/slide" Target="slides/slide1.xml"/><Relationship Id="rId67" Type="http://schemas.openxmlformats.org/officeDocument/2006/relationships/slide" Target="slides/slide2.xml"/><Relationship Id="rId68" Type="http://schemas.openxmlformats.org/officeDocument/2006/relationships/slide" Target="slides/slide3.xml"/><Relationship Id="rId69" Type="http://schemas.openxmlformats.org/officeDocument/2006/relationships/slide" Target="slides/slide4.xml"/><Relationship Id="rId70" Type="http://schemas.openxmlformats.org/officeDocument/2006/relationships/slide" Target="slides/slide5.xml"/><Relationship Id="rId71" Type="http://schemas.openxmlformats.org/officeDocument/2006/relationships/slide" Target="slides/slide6.xml"/><Relationship Id="rId72" Type="http://schemas.openxmlformats.org/officeDocument/2006/relationships/slide" Target="slides/slide7.xml"/><Relationship Id="rId73" Type="http://schemas.openxmlformats.org/officeDocument/2006/relationships/slide" Target="slides/slide8.xml"/><Relationship Id="rId74" Type="http://schemas.openxmlformats.org/officeDocument/2006/relationships/slide" Target="slides/slide9.xml"/><Relationship Id="rId75" Type="http://schemas.openxmlformats.org/officeDocument/2006/relationships/slide" Target="slides/slide10.xml"/><Relationship Id="rId76" Type="http://schemas.openxmlformats.org/officeDocument/2006/relationships/slide" Target="slides/slide11.xml"/><Relationship Id="rId77" Type="http://schemas.openxmlformats.org/officeDocument/2006/relationships/slide" Target="slides/slide12.xml"/><Relationship Id="rId78" Type="http://schemas.openxmlformats.org/officeDocument/2006/relationships/slide" Target="slides/slide13.xml"/><Relationship Id="rId79" Type="http://schemas.openxmlformats.org/officeDocument/2006/relationships/slide" Target="slides/slide14.xml"/><Relationship Id="rId80" Type="http://schemas.openxmlformats.org/officeDocument/2006/relationships/slide" Target="slides/slide15.xml"/><Relationship Id="rId81" Type="http://schemas.openxmlformats.org/officeDocument/2006/relationships/slide" Target="slides/slide16.xml"/><Relationship Id="rId82" Type="http://schemas.openxmlformats.org/officeDocument/2006/relationships/slide" Target="slides/slide17.xml"/><Relationship Id="rId83" Type="http://schemas.openxmlformats.org/officeDocument/2006/relationships/slide" Target="slides/slide18.xml"/><Relationship Id="rId84" Type="http://schemas.openxmlformats.org/officeDocument/2006/relationships/slide" Target="slides/slide19.xml"/><Relationship Id="rId85" Type="http://schemas.openxmlformats.org/officeDocument/2006/relationships/slide" Target="slides/slide20.xml"/><Relationship Id="rId86" Type="http://schemas.openxmlformats.org/officeDocument/2006/relationships/slide" Target="slides/slide21.xml"/><Relationship Id="rId87" Type="http://schemas.openxmlformats.org/officeDocument/2006/relationships/slide" Target="slides/slide22.xml"/><Relationship Id="rId88" Type="http://schemas.openxmlformats.org/officeDocument/2006/relationships/slide" Target="slides/slide23.xml"/><Relationship Id="rId89" Type="http://schemas.openxmlformats.org/officeDocument/2006/relationships/slide" Target="slides/slide24.xml"/><Relationship Id="rId90" Type="http://schemas.openxmlformats.org/officeDocument/2006/relationships/slide" Target="slides/slide25.xml"/><Relationship Id="rId91" Type="http://schemas.openxmlformats.org/officeDocument/2006/relationships/slide" Target="slides/slide26.xml"/><Relationship Id="rId92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Welcome back. Last time you wrote straight-line programs. Today the program starts making choices and repeating work, and you learn to save your work properly with Git. Ask for a one-line recap of Wednesday: what is javac, what does nextInt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Walk the plan. Morning is concepts with live coding, afternoon is the lab. The calculator in Lab 6 is the Week 1 deliverable and Thursday's quiz covers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Read these out. Tell them the checklist is how they will self-assess at the end of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Start with a question: how does an ATM decide whether to give you money? Collect two or three answers, then say that every answer is an 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Review from Wednesday: comparison operators produce a boolean. Show &amp;&amp; and || with a quick table on the board. Stress that = assigns and == compares.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Live code it from scratch. Ask them to predict output for 95, 75, 59, 101. Point out why 101 needs to be checked first, otherwise it prints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Developers coming from C# note: in C# == on strings compares values. In Java == compares whether both variables point to the same object. Run the demo and show that typed input fails the ==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This closes the loop from Wednesday's TipCalculator comment. Ask what happens with people = 0 in the old version (for doubles, Infinity; for ints, an exception).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We only teach the arrow form. The old colon-and-break form exists in older code, so mention it exists but we will not use it. Ask when switch is better than if/else if: when one variable is compared with fixed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Answers: A, C, D. The second if is independent of the first, and else if is skipped because the first branch matched. Common mistake: expecting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Motivation: print numbers 1 to 1000 without writing 1000 lines. That is what loops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Draw the loop as a circle on the board: start, test, body, update. Trace i by hand for the first three iterations. Ask what happens with i &lt; 5 and with i &lt;=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Ask: what does the do-while print? (k = 10 once). Show an infinite loop deliberately by forgetting n = n * 2, and stop it with Ctrl+C or the red square in IntelliJ.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Trace it with the class. Output is 1 3 5 7. Ask why 9 is not printed (loop breaks at 9 because 9 &gt;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This is the idiom behind every menu. Point out that the variable must be declared outside the loop, otherwise the while condition cannot see it. Note: typing letters crashes with InputMismatchException, which we handle properly later in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Ask who has spent more than 10 minutes staring at code that does not work. Today they learn the tool that replaces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Do this together on the projector. Ask students to say what they expect to see before each step. The bug is i &lt; 5 instead of i &lt;= 5, an off-by-one error, the most common loop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Type letters into the age prompt to produce this exception live. Many beginners panic at the wall of text, so teach the three-step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Ask who has ever had a file called final_v2_REAL.java. Git solves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Draw four boxes with arrows. Emphasize that commit is local and push is what shares. If someone already knows Git, pair them with a neighbor.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Do the full sequence live on an empty folder, with an empty GitHub repo ready. If push asks for a password, explain personal access tokens or SSH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Show them the bootcamp repo's own .gitignore and README. Explain that build output and IDE folders are generated, so they do not belong in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Have them write pseudocode for Lab 6 on paper for 3 minutes before opening IntelliJ. Collect two versions and compare. The structure here is the exact answer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Type it with them. Then change it: add a third option and a 'back to menu' message. Remind them that Lab 6 has the same shape but with two numbers and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Starters are in files/session-02/lab/starter. Tell them: finish 1 to 5 first, then Lab 6. Commit after each lab. Anyone who finishes early extends Lab 6 to reject non-numeric input (hasNextInt).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Remind them that the Thursday quiz covers decisions, loops, and Lab 6. Next session starts with a stand-up where each person shows one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n-US"/>
              <a:t>Close by asking each person to say one takeaway in their own words. Then release them to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4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svg"/><Relationship Id="rId4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10.jpeg"/><Relationship Id="rId4" Type="http://schemas.openxmlformats.org/officeDocument/2006/relationships/image" Target="../media/image8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1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1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1A3277D6-61D2-6AFC-65EC-88AA8422284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75413" y="-65988"/>
            <a:ext cx="12349112" cy="696972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8CC7D7DC-0F2E-2B62-710B-701F131C89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3380" y="0"/>
            <a:ext cx="5553585" cy="5611908"/>
          </a:xfrm>
          <a:prstGeom prst="rect">
            <a:avLst/>
          </a:prstGeom>
        </p:spPr>
      </p:pic>
      <p:sp>
        <p:nvSpPr>
          <p:cNvPr id="10" name="Picture Placeholder 70">
            <a:extLst>
              <a:ext uri="{FF2B5EF4-FFF2-40B4-BE49-F238E27FC236}">
                <a16:creationId xmlns:a16="http://schemas.microsoft.com/office/drawing/2014/main" id="{33C6576E-AA77-204E-BAA1-F6ACD602268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63006" y="1443699"/>
            <a:ext cx="4504697" cy="4553736"/>
          </a:xfrm>
          <a:custGeom>
            <a:avLst/>
            <a:gdLst>
              <a:gd name="connsiteX0" fmla="*/ 2659033 w 3998174"/>
              <a:gd name="connsiteY0" fmla="*/ 0 h 4041699"/>
              <a:gd name="connsiteX1" fmla="*/ 3998174 w 3998174"/>
              <a:gd name="connsiteY1" fmla="*/ 0 h 4041699"/>
              <a:gd name="connsiteX2" fmla="*/ 3998174 w 3998174"/>
              <a:gd name="connsiteY2" fmla="*/ 4041699 h 4041699"/>
              <a:gd name="connsiteX3" fmla="*/ 1090763 w 3998174"/>
              <a:gd name="connsiteY3" fmla="*/ 4041699 h 4041699"/>
              <a:gd name="connsiteX4" fmla="*/ 1085848 w 3998174"/>
              <a:gd name="connsiteY4" fmla="*/ 3822541 h 4041699"/>
              <a:gd name="connsiteX5" fmla="*/ 238552 w 3998174"/>
              <a:gd name="connsiteY5" fmla="*/ 1328646 h 4041699"/>
              <a:gd name="connsiteX6" fmla="*/ 0 w 3998174"/>
              <a:gd name="connsiteY6" fmla="*/ 998002 h 4041699"/>
              <a:gd name="connsiteX7" fmla="*/ 0 w 3998174"/>
              <a:gd name="connsiteY7" fmla="*/ 997999 h 4041699"/>
              <a:gd name="connsiteX8" fmla="*/ 276566 w 3998174"/>
              <a:gd name="connsiteY8" fmla="*/ 776711 h 4041699"/>
              <a:gd name="connsiteX9" fmla="*/ 2659033 w 3998174"/>
              <a:gd name="connsiteY9" fmla="*/ 0 h 4041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98174" h="4041699">
                <a:moveTo>
                  <a:pt x="2659033" y="0"/>
                </a:moveTo>
                <a:lnTo>
                  <a:pt x="3998174" y="0"/>
                </a:lnTo>
                <a:lnTo>
                  <a:pt x="3998174" y="4041699"/>
                </a:lnTo>
                <a:lnTo>
                  <a:pt x="1090763" y="4041699"/>
                </a:lnTo>
                <a:lnTo>
                  <a:pt x="1085848" y="3822541"/>
                </a:lnTo>
                <a:cubicBezTo>
                  <a:pt x="1043441" y="2881956"/>
                  <a:pt x="729072" y="2059070"/>
                  <a:pt x="238552" y="1328646"/>
                </a:cubicBezTo>
                <a:lnTo>
                  <a:pt x="0" y="998002"/>
                </a:lnTo>
                <a:lnTo>
                  <a:pt x="0" y="997999"/>
                </a:lnTo>
                <a:lnTo>
                  <a:pt x="276566" y="776711"/>
                </a:lnTo>
                <a:cubicBezTo>
                  <a:pt x="944682" y="288344"/>
                  <a:pt x="1768167" y="0"/>
                  <a:pt x="265903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964930-A986-5A1B-B9ED-C10FCF2BB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5494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1E70DFD6-7FCD-6AAB-D023-01BF81F148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32994" y="0"/>
            <a:ext cx="12257988" cy="6897461"/>
          </a:xfrm>
          <a:prstGeom prst="rect">
            <a:avLst/>
          </a:prstGeom>
        </p:spPr>
      </p:pic>
      <p:sp>
        <p:nvSpPr>
          <p:cNvPr id="13" name="Picture Placeholder 59">
            <a:extLst>
              <a:ext uri="{FF2B5EF4-FFF2-40B4-BE49-F238E27FC236}">
                <a16:creationId xmlns:a16="http://schemas.microsoft.com/office/drawing/2014/main" id="{C17C03D7-BFB3-0407-ABDF-E8A9FD6264B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05387" y="0"/>
            <a:ext cx="5264150" cy="5872423"/>
          </a:xfrm>
          <a:custGeom>
            <a:avLst/>
            <a:gdLst>
              <a:gd name="connsiteX0" fmla="*/ 0 w 5264150"/>
              <a:gd name="connsiteY0" fmla="*/ 2948796 h 5872423"/>
              <a:gd name="connsiteX1" fmla="*/ 2645418 w 5264150"/>
              <a:gd name="connsiteY1" fmla="*/ 2948796 h 5872423"/>
              <a:gd name="connsiteX2" fmla="*/ 5261511 w 5264150"/>
              <a:gd name="connsiteY2" fmla="*/ 2948796 h 5872423"/>
              <a:gd name="connsiteX3" fmla="*/ 5264150 w 5264150"/>
              <a:gd name="connsiteY3" fmla="*/ 2948796 h 5872423"/>
              <a:gd name="connsiteX4" fmla="*/ 5264150 w 5264150"/>
              <a:gd name="connsiteY4" fmla="*/ 5872423 h 5872423"/>
              <a:gd name="connsiteX5" fmla="*/ 4980322 w 5264150"/>
              <a:gd name="connsiteY5" fmla="*/ 5872423 h 5872423"/>
              <a:gd name="connsiteX6" fmla="*/ 2657464 w 5264150"/>
              <a:gd name="connsiteY6" fmla="*/ 3775313 h 5872423"/>
              <a:gd name="connsiteX7" fmla="*/ 2645418 w 5264150"/>
              <a:gd name="connsiteY7" fmla="*/ 3538785 h 5872423"/>
              <a:gd name="connsiteX8" fmla="*/ 2645418 w 5264150"/>
              <a:gd name="connsiteY8" fmla="*/ 5872423 h 5872423"/>
              <a:gd name="connsiteX9" fmla="*/ 2334516 w 5264150"/>
              <a:gd name="connsiteY9" fmla="*/ 5872423 h 5872423"/>
              <a:gd name="connsiteX10" fmla="*/ 11726 w 5264150"/>
              <a:gd name="connsiteY10" fmla="*/ 3775370 h 5872423"/>
              <a:gd name="connsiteX11" fmla="*/ 0 w 5264150"/>
              <a:gd name="connsiteY11" fmla="*/ 3545136 h 5872423"/>
              <a:gd name="connsiteX12" fmla="*/ 0 w 5264150"/>
              <a:gd name="connsiteY12" fmla="*/ 0 h 5872423"/>
              <a:gd name="connsiteX13" fmla="*/ 2645418 w 5264150"/>
              <a:gd name="connsiteY13" fmla="*/ 0 h 5872423"/>
              <a:gd name="connsiteX14" fmla="*/ 2653008 w 5264150"/>
              <a:gd name="connsiteY14" fmla="*/ 0 h 5872423"/>
              <a:gd name="connsiteX15" fmla="*/ 2675132 w 5264150"/>
              <a:gd name="connsiteY15" fmla="*/ 0 h 5872423"/>
              <a:gd name="connsiteX16" fmla="*/ 2710820 w 5264150"/>
              <a:gd name="connsiteY16" fmla="*/ 0 h 5872423"/>
              <a:gd name="connsiteX17" fmla="*/ 2759105 w 5264150"/>
              <a:gd name="connsiteY17" fmla="*/ 0 h 5872423"/>
              <a:gd name="connsiteX18" fmla="*/ 2819017 w 5264150"/>
              <a:gd name="connsiteY18" fmla="*/ 0 h 5872423"/>
              <a:gd name="connsiteX19" fmla="*/ 2889587 w 5264150"/>
              <a:gd name="connsiteY19" fmla="*/ 0 h 5872423"/>
              <a:gd name="connsiteX20" fmla="*/ 2969846 w 5264150"/>
              <a:gd name="connsiteY20" fmla="*/ 0 h 5872423"/>
              <a:gd name="connsiteX21" fmla="*/ 3058825 w 5264150"/>
              <a:gd name="connsiteY21" fmla="*/ 0 h 5872423"/>
              <a:gd name="connsiteX22" fmla="*/ 3155556 w 5264150"/>
              <a:gd name="connsiteY22" fmla="*/ 0 h 5872423"/>
              <a:gd name="connsiteX23" fmla="*/ 3259070 w 5264150"/>
              <a:gd name="connsiteY23" fmla="*/ 0 h 5872423"/>
              <a:gd name="connsiteX24" fmla="*/ 3482568 w 5264150"/>
              <a:gd name="connsiteY24" fmla="*/ 0 h 5872423"/>
              <a:gd name="connsiteX25" fmla="*/ 3721569 w 5264150"/>
              <a:gd name="connsiteY25" fmla="*/ 0 h 5872423"/>
              <a:gd name="connsiteX26" fmla="*/ 3968322 w 5264150"/>
              <a:gd name="connsiteY26" fmla="*/ 0 h 5872423"/>
              <a:gd name="connsiteX27" fmla="*/ 4215074 w 5264150"/>
              <a:gd name="connsiteY27" fmla="*/ 0 h 5872423"/>
              <a:gd name="connsiteX28" fmla="*/ 4454075 w 5264150"/>
              <a:gd name="connsiteY28" fmla="*/ 0 h 5872423"/>
              <a:gd name="connsiteX29" fmla="*/ 4677574 w 5264150"/>
              <a:gd name="connsiteY29" fmla="*/ 0 h 5872423"/>
              <a:gd name="connsiteX30" fmla="*/ 4781087 w 5264150"/>
              <a:gd name="connsiteY30" fmla="*/ 0 h 5872423"/>
              <a:gd name="connsiteX31" fmla="*/ 4877818 w 5264150"/>
              <a:gd name="connsiteY31" fmla="*/ 0 h 5872423"/>
              <a:gd name="connsiteX32" fmla="*/ 4966797 w 5264150"/>
              <a:gd name="connsiteY32" fmla="*/ 0 h 5872423"/>
              <a:gd name="connsiteX33" fmla="*/ 5047056 w 5264150"/>
              <a:gd name="connsiteY33" fmla="*/ 0 h 5872423"/>
              <a:gd name="connsiteX34" fmla="*/ 5117626 w 5264150"/>
              <a:gd name="connsiteY34" fmla="*/ 0 h 5872423"/>
              <a:gd name="connsiteX35" fmla="*/ 5177538 w 5264150"/>
              <a:gd name="connsiteY35" fmla="*/ 0 h 5872423"/>
              <a:gd name="connsiteX36" fmla="*/ 5225823 w 5264150"/>
              <a:gd name="connsiteY36" fmla="*/ 0 h 5872423"/>
              <a:gd name="connsiteX37" fmla="*/ 5261511 w 5264150"/>
              <a:gd name="connsiteY37" fmla="*/ 0 h 5872423"/>
              <a:gd name="connsiteX38" fmla="*/ 5264150 w 5264150"/>
              <a:gd name="connsiteY38" fmla="*/ 0 h 5872423"/>
              <a:gd name="connsiteX39" fmla="*/ 5264150 w 5264150"/>
              <a:gd name="connsiteY39" fmla="*/ 2923627 h 5872423"/>
              <a:gd name="connsiteX40" fmla="*/ 4980322 w 5264150"/>
              <a:gd name="connsiteY40" fmla="*/ 2923627 h 5872423"/>
              <a:gd name="connsiteX41" fmla="*/ 2657464 w 5264150"/>
              <a:gd name="connsiteY41" fmla="*/ 826517 h 5872423"/>
              <a:gd name="connsiteX42" fmla="*/ 2645418 w 5264150"/>
              <a:gd name="connsiteY42" fmla="*/ 589989 h 5872423"/>
              <a:gd name="connsiteX43" fmla="*/ 2645418 w 5264150"/>
              <a:gd name="connsiteY43" fmla="*/ 2923627 h 5872423"/>
              <a:gd name="connsiteX44" fmla="*/ 2334516 w 5264150"/>
              <a:gd name="connsiteY44" fmla="*/ 2923627 h 5872423"/>
              <a:gd name="connsiteX45" fmla="*/ 11726 w 5264150"/>
              <a:gd name="connsiteY45" fmla="*/ 826573 h 5872423"/>
              <a:gd name="connsiteX46" fmla="*/ 0 w 5264150"/>
              <a:gd name="connsiteY46" fmla="*/ 596340 h 58724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5264150" h="5872423">
                <a:moveTo>
                  <a:pt x="0" y="2948796"/>
                </a:moveTo>
                <a:lnTo>
                  <a:pt x="2645418" y="2948796"/>
                </a:lnTo>
                <a:cubicBezTo>
                  <a:pt x="2645418" y="2948796"/>
                  <a:pt x="4970834" y="2948796"/>
                  <a:pt x="5261511" y="2948796"/>
                </a:cubicBezTo>
                <a:lnTo>
                  <a:pt x="5264150" y="2948796"/>
                </a:lnTo>
                <a:lnTo>
                  <a:pt x="5264150" y="5872423"/>
                </a:lnTo>
                <a:lnTo>
                  <a:pt x="4980322" y="5872423"/>
                </a:lnTo>
                <a:cubicBezTo>
                  <a:pt x="3776390" y="5872423"/>
                  <a:pt x="2777609" y="4948947"/>
                  <a:pt x="2657464" y="3775313"/>
                </a:cubicBezTo>
                <a:lnTo>
                  <a:pt x="2645418" y="3538785"/>
                </a:lnTo>
                <a:lnTo>
                  <a:pt x="2645418" y="5872423"/>
                </a:lnTo>
                <a:lnTo>
                  <a:pt x="2334516" y="5872423"/>
                </a:lnTo>
                <a:cubicBezTo>
                  <a:pt x="1130584" y="5872487"/>
                  <a:pt x="131863" y="4948955"/>
                  <a:pt x="11726" y="3775370"/>
                </a:cubicBezTo>
                <a:lnTo>
                  <a:pt x="0" y="3545136"/>
                </a:lnTo>
                <a:close/>
                <a:moveTo>
                  <a:pt x="0" y="0"/>
                </a:moveTo>
                <a:lnTo>
                  <a:pt x="2645418" y="0"/>
                </a:lnTo>
                <a:lnTo>
                  <a:pt x="2653008" y="0"/>
                </a:lnTo>
                <a:lnTo>
                  <a:pt x="2675132" y="0"/>
                </a:lnTo>
                <a:lnTo>
                  <a:pt x="2710820" y="0"/>
                </a:lnTo>
                <a:lnTo>
                  <a:pt x="2759105" y="0"/>
                </a:lnTo>
                <a:lnTo>
                  <a:pt x="2819017" y="0"/>
                </a:lnTo>
                <a:lnTo>
                  <a:pt x="2889587" y="0"/>
                </a:lnTo>
                <a:lnTo>
                  <a:pt x="2969846" y="0"/>
                </a:lnTo>
                <a:lnTo>
                  <a:pt x="3058825" y="0"/>
                </a:lnTo>
                <a:lnTo>
                  <a:pt x="3155556" y="0"/>
                </a:lnTo>
                <a:lnTo>
                  <a:pt x="3259070" y="0"/>
                </a:lnTo>
                <a:lnTo>
                  <a:pt x="3482568" y="0"/>
                </a:lnTo>
                <a:lnTo>
                  <a:pt x="3721569" y="0"/>
                </a:lnTo>
                <a:lnTo>
                  <a:pt x="3968322" y="0"/>
                </a:lnTo>
                <a:lnTo>
                  <a:pt x="4215074" y="0"/>
                </a:lnTo>
                <a:lnTo>
                  <a:pt x="4454075" y="0"/>
                </a:lnTo>
                <a:lnTo>
                  <a:pt x="4677574" y="0"/>
                </a:lnTo>
                <a:lnTo>
                  <a:pt x="4781087" y="0"/>
                </a:lnTo>
                <a:lnTo>
                  <a:pt x="4877818" y="0"/>
                </a:lnTo>
                <a:lnTo>
                  <a:pt x="4966797" y="0"/>
                </a:lnTo>
                <a:lnTo>
                  <a:pt x="5047056" y="0"/>
                </a:lnTo>
                <a:lnTo>
                  <a:pt x="5117626" y="0"/>
                </a:lnTo>
                <a:lnTo>
                  <a:pt x="5177538" y="0"/>
                </a:lnTo>
                <a:lnTo>
                  <a:pt x="5225823" y="0"/>
                </a:lnTo>
                <a:lnTo>
                  <a:pt x="5261511" y="0"/>
                </a:lnTo>
                <a:lnTo>
                  <a:pt x="5264150" y="0"/>
                </a:lnTo>
                <a:lnTo>
                  <a:pt x="5264150" y="2923627"/>
                </a:lnTo>
                <a:lnTo>
                  <a:pt x="4980322" y="2923627"/>
                </a:lnTo>
                <a:cubicBezTo>
                  <a:pt x="3776390" y="2923627"/>
                  <a:pt x="2777609" y="2000151"/>
                  <a:pt x="2657464" y="826517"/>
                </a:cubicBezTo>
                <a:lnTo>
                  <a:pt x="2645418" y="589989"/>
                </a:lnTo>
                <a:lnTo>
                  <a:pt x="2645418" y="2923627"/>
                </a:lnTo>
                <a:lnTo>
                  <a:pt x="2334516" y="2923627"/>
                </a:lnTo>
                <a:cubicBezTo>
                  <a:pt x="1130584" y="2923627"/>
                  <a:pt x="131863" y="2000151"/>
                  <a:pt x="11726" y="826573"/>
                </a:cubicBezTo>
                <a:lnTo>
                  <a:pt x="0" y="59634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5F9B7A9F-0150-5A4A-DF4E-BB51497EE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3102D45-6656-5362-E45D-93BF18999A6C}"/>
              </a:ext>
            </a:extLst>
          </p:cNvPr>
          <p:cNvSpPr/>
          <p:nvPr userDrawn="1"/>
        </p:nvSpPr>
        <p:spPr>
          <a:xfrm>
            <a:off x="6285353" y="2948796"/>
            <a:ext cx="2645806" cy="2923626"/>
          </a:xfrm>
          <a:custGeom>
            <a:avLst/>
            <a:gdLst>
              <a:gd name="connsiteX0" fmla="*/ 0 w 2645806"/>
              <a:gd name="connsiteY0" fmla="*/ 588722 h 2923626"/>
              <a:gd name="connsiteX1" fmla="*/ 0 w 2645806"/>
              <a:gd name="connsiteY1" fmla="*/ 0 h 2923626"/>
              <a:gd name="connsiteX2" fmla="*/ 2645806 w 2645806"/>
              <a:gd name="connsiteY2" fmla="*/ 0 h 2923626"/>
              <a:gd name="connsiteX3" fmla="*/ 2645806 w 2645806"/>
              <a:gd name="connsiteY3" fmla="*/ 2923627 h 2923626"/>
              <a:gd name="connsiteX4" fmla="*/ 2334904 w 2645806"/>
              <a:gd name="connsiteY4" fmla="*/ 2923627 h 2923626"/>
              <a:gd name="connsiteX5" fmla="*/ 0 w 2645806"/>
              <a:gd name="connsiteY5" fmla="*/ 588722 h 2923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806" h="2923626">
                <a:moveTo>
                  <a:pt x="0" y="588722"/>
                </a:moveTo>
                <a:lnTo>
                  <a:pt x="0" y="0"/>
                </a:lnTo>
                <a:lnTo>
                  <a:pt x="2645806" y="0"/>
                </a:lnTo>
                <a:lnTo>
                  <a:pt x="2645806" y="2923627"/>
                </a:lnTo>
                <a:lnTo>
                  <a:pt x="2334904" y="2923627"/>
                </a:lnTo>
                <a:cubicBezTo>
                  <a:pt x="1050710" y="2923695"/>
                  <a:pt x="0" y="1872916"/>
                  <a:pt x="0" y="588722"/>
                </a:cubicBezTo>
                <a:close/>
              </a:path>
            </a:pathLst>
          </a:custGeom>
          <a:solidFill>
            <a:srgbClr val="8C4FF4">
              <a:alpha val="4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55E16BA-4DD0-FB4A-DB15-246E75CAC060}"/>
              </a:ext>
            </a:extLst>
          </p:cNvPr>
          <p:cNvSpPr/>
          <p:nvPr userDrawn="1"/>
        </p:nvSpPr>
        <p:spPr>
          <a:xfrm>
            <a:off x="8931091" y="2948796"/>
            <a:ext cx="2645874" cy="2923626"/>
          </a:xfrm>
          <a:custGeom>
            <a:avLst/>
            <a:gdLst>
              <a:gd name="connsiteX0" fmla="*/ 68 w 2645874"/>
              <a:gd name="connsiteY0" fmla="*/ 588722 h 2923626"/>
              <a:gd name="connsiteX1" fmla="*/ 68 w 2645874"/>
              <a:gd name="connsiteY1" fmla="*/ 0 h 2923626"/>
              <a:gd name="connsiteX2" fmla="*/ 2645875 w 2645874"/>
              <a:gd name="connsiteY2" fmla="*/ 0 h 2923626"/>
              <a:gd name="connsiteX3" fmla="*/ 2645875 w 2645874"/>
              <a:gd name="connsiteY3" fmla="*/ 2923627 h 2923626"/>
              <a:gd name="connsiteX4" fmla="*/ 2334972 w 2645874"/>
              <a:gd name="connsiteY4" fmla="*/ 2923627 h 2923626"/>
              <a:gd name="connsiteX5" fmla="*/ 0 w 2645874"/>
              <a:gd name="connsiteY5" fmla="*/ 588654 h 2923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874" h="2923626">
                <a:moveTo>
                  <a:pt x="68" y="588722"/>
                </a:moveTo>
                <a:lnTo>
                  <a:pt x="68" y="0"/>
                </a:lnTo>
                <a:cubicBezTo>
                  <a:pt x="68" y="0"/>
                  <a:pt x="2645875" y="0"/>
                  <a:pt x="2645875" y="0"/>
                </a:cubicBezTo>
                <a:lnTo>
                  <a:pt x="2645875" y="2923627"/>
                </a:lnTo>
                <a:lnTo>
                  <a:pt x="2334972" y="2923627"/>
                </a:lnTo>
                <a:cubicBezTo>
                  <a:pt x="1050778" y="2923627"/>
                  <a:pt x="0" y="1872916"/>
                  <a:pt x="0" y="588654"/>
                </a:cubicBezTo>
                <a:close/>
              </a:path>
            </a:pathLst>
          </a:custGeom>
          <a:solidFill>
            <a:srgbClr val="B9B9FC">
              <a:alpha val="4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575A453-E756-D1D8-0B17-E9A4133E8BBD}"/>
              </a:ext>
            </a:extLst>
          </p:cNvPr>
          <p:cNvSpPr/>
          <p:nvPr userDrawn="1"/>
        </p:nvSpPr>
        <p:spPr>
          <a:xfrm>
            <a:off x="6285353" y="0"/>
            <a:ext cx="2645806" cy="2923626"/>
          </a:xfrm>
          <a:custGeom>
            <a:avLst/>
            <a:gdLst>
              <a:gd name="connsiteX0" fmla="*/ 0 w 2645806"/>
              <a:gd name="connsiteY0" fmla="*/ 588722 h 2923626"/>
              <a:gd name="connsiteX1" fmla="*/ 0 w 2645806"/>
              <a:gd name="connsiteY1" fmla="*/ 0 h 2923626"/>
              <a:gd name="connsiteX2" fmla="*/ 2645806 w 2645806"/>
              <a:gd name="connsiteY2" fmla="*/ 0 h 2923626"/>
              <a:gd name="connsiteX3" fmla="*/ 2645806 w 2645806"/>
              <a:gd name="connsiteY3" fmla="*/ 2923627 h 2923626"/>
              <a:gd name="connsiteX4" fmla="*/ 2334904 w 2645806"/>
              <a:gd name="connsiteY4" fmla="*/ 2923627 h 2923626"/>
              <a:gd name="connsiteX5" fmla="*/ 0 w 2645806"/>
              <a:gd name="connsiteY5" fmla="*/ 588722 h 2923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806" h="2923626">
                <a:moveTo>
                  <a:pt x="0" y="588722"/>
                </a:moveTo>
                <a:lnTo>
                  <a:pt x="0" y="0"/>
                </a:lnTo>
                <a:lnTo>
                  <a:pt x="2645806" y="0"/>
                </a:lnTo>
                <a:lnTo>
                  <a:pt x="2645806" y="2923627"/>
                </a:lnTo>
                <a:lnTo>
                  <a:pt x="2334904" y="2923627"/>
                </a:lnTo>
                <a:cubicBezTo>
                  <a:pt x="1050710" y="2923627"/>
                  <a:pt x="0" y="1872916"/>
                  <a:pt x="0" y="588722"/>
                </a:cubicBezTo>
                <a:close/>
              </a:path>
            </a:pathLst>
          </a:custGeom>
          <a:solidFill>
            <a:srgbClr val="B9B9FC">
              <a:alpha val="4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ED83FEC-2FAC-1044-ADB0-FB8101097D84}"/>
              </a:ext>
            </a:extLst>
          </p:cNvPr>
          <p:cNvSpPr/>
          <p:nvPr userDrawn="1"/>
        </p:nvSpPr>
        <p:spPr>
          <a:xfrm>
            <a:off x="8931091" y="0"/>
            <a:ext cx="2645874" cy="2923626"/>
          </a:xfrm>
          <a:custGeom>
            <a:avLst/>
            <a:gdLst>
              <a:gd name="connsiteX0" fmla="*/ 68 w 2645874"/>
              <a:gd name="connsiteY0" fmla="*/ 588722 h 2923626"/>
              <a:gd name="connsiteX1" fmla="*/ 68 w 2645874"/>
              <a:gd name="connsiteY1" fmla="*/ 0 h 2923626"/>
              <a:gd name="connsiteX2" fmla="*/ 2645875 w 2645874"/>
              <a:gd name="connsiteY2" fmla="*/ 0 h 2923626"/>
              <a:gd name="connsiteX3" fmla="*/ 2645875 w 2645874"/>
              <a:gd name="connsiteY3" fmla="*/ 2923627 h 2923626"/>
              <a:gd name="connsiteX4" fmla="*/ 2334972 w 2645874"/>
              <a:gd name="connsiteY4" fmla="*/ 2923627 h 2923626"/>
              <a:gd name="connsiteX5" fmla="*/ 0 w 2645874"/>
              <a:gd name="connsiteY5" fmla="*/ 588654 h 2923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874" h="2923626">
                <a:moveTo>
                  <a:pt x="68" y="588722"/>
                </a:moveTo>
                <a:lnTo>
                  <a:pt x="68" y="0"/>
                </a:lnTo>
                <a:cubicBezTo>
                  <a:pt x="68" y="0"/>
                  <a:pt x="2645875" y="0"/>
                  <a:pt x="2645875" y="0"/>
                </a:cubicBezTo>
                <a:lnTo>
                  <a:pt x="2645875" y="2923627"/>
                </a:lnTo>
                <a:lnTo>
                  <a:pt x="2334972" y="2923627"/>
                </a:lnTo>
                <a:cubicBezTo>
                  <a:pt x="1050778" y="2923627"/>
                  <a:pt x="0" y="1872916"/>
                  <a:pt x="0" y="588654"/>
                </a:cubicBezTo>
                <a:close/>
              </a:path>
            </a:pathLst>
          </a:custGeom>
          <a:solidFill>
            <a:srgbClr val="0366FF">
              <a:alpha val="4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619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1E70DFD6-7FCD-6AAB-D023-01BF81F148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32994" y="0"/>
            <a:ext cx="12257988" cy="6897461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5F9B7A9F-0150-5A4A-DF4E-BB51497EE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BF3523-E514-2685-CF6F-5F33EB5D2737}"/>
              </a:ext>
            </a:extLst>
          </p:cNvPr>
          <p:cNvSpPr/>
          <p:nvPr userDrawn="1"/>
        </p:nvSpPr>
        <p:spPr>
          <a:xfrm>
            <a:off x="6695388" y="635372"/>
            <a:ext cx="4713402" cy="3808429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652C24-7E8B-B9ED-272A-43B71A20D1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1707464"/>
            <a:ext cx="4707024" cy="3790437"/>
          </a:xfrm>
          <a:custGeom>
            <a:avLst/>
            <a:gdLst>
              <a:gd name="connsiteX0" fmla="*/ 490410 w 4707024"/>
              <a:gd name="connsiteY0" fmla="*/ 0 h 3790437"/>
              <a:gd name="connsiteX1" fmla="*/ 4222993 w 4707024"/>
              <a:gd name="connsiteY1" fmla="*/ 0 h 3790437"/>
              <a:gd name="connsiteX2" fmla="*/ 4325725 w 4707024"/>
              <a:gd name="connsiteY2" fmla="*/ 31890 h 3790437"/>
              <a:gd name="connsiteX3" fmla="*/ 4700506 w 4707024"/>
              <a:gd name="connsiteY3" fmla="*/ 488835 h 3790437"/>
              <a:gd name="connsiteX4" fmla="*/ 4707024 w 4707024"/>
              <a:gd name="connsiteY4" fmla="*/ 553491 h 3790437"/>
              <a:gd name="connsiteX5" fmla="*/ 4707024 w 4707024"/>
              <a:gd name="connsiteY5" fmla="*/ 3218955 h 3790437"/>
              <a:gd name="connsiteX6" fmla="*/ 4700506 w 4707024"/>
              <a:gd name="connsiteY6" fmla="*/ 3283610 h 3790437"/>
              <a:gd name="connsiteX7" fmla="*/ 4078651 w 4707024"/>
              <a:gd name="connsiteY7" fmla="*/ 3790437 h 3790437"/>
              <a:gd name="connsiteX8" fmla="*/ 634751 w 4707024"/>
              <a:gd name="connsiteY8" fmla="*/ 3790437 h 3790437"/>
              <a:gd name="connsiteX9" fmla="*/ 0 w 4707024"/>
              <a:gd name="connsiteY9" fmla="*/ 3155686 h 3790437"/>
              <a:gd name="connsiteX10" fmla="*/ 0 w 4707024"/>
              <a:gd name="connsiteY10" fmla="*/ 616759 h 3790437"/>
              <a:gd name="connsiteX11" fmla="*/ 387678 w 4707024"/>
              <a:gd name="connsiteY11" fmla="*/ 31890 h 3790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07024" h="3790437">
                <a:moveTo>
                  <a:pt x="490410" y="0"/>
                </a:moveTo>
                <a:lnTo>
                  <a:pt x="4222993" y="0"/>
                </a:lnTo>
                <a:lnTo>
                  <a:pt x="4325725" y="31890"/>
                </a:lnTo>
                <a:cubicBezTo>
                  <a:pt x="4515576" y="112190"/>
                  <a:pt x="4658229" y="282231"/>
                  <a:pt x="4700506" y="488835"/>
                </a:cubicBezTo>
                <a:lnTo>
                  <a:pt x="4707024" y="553491"/>
                </a:lnTo>
                <a:lnTo>
                  <a:pt x="4707024" y="3218955"/>
                </a:lnTo>
                <a:lnTo>
                  <a:pt x="4700506" y="3283610"/>
                </a:lnTo>
                <a:cubicBezTo>
                  <a:pt x="4641318" y="3572856"/>
                  <a:pt x="4385394" y="3790437"/>
                  <a:pt x="4078651" y="3790437"/>
                </a:cubicBezTo>
                <a:lnTo>
                  <a:pt x="634751" y="3790437"/>
                </a:lnTo>
                <a:cubicBezTo>
                  <a:pt x="284188" y="3790437"/>
                  <a:pt x="0" y="3506249"/>
                  <a:pt x="0" y="3155686"/>
                </a:cubicBezTo>
                <a:lnTo>
                  <a:pt x="0" y="616759"/>
                </a:lnTo>
                <a:cubicBezTo>
                  <a:pt x="0" y="353837"/>
                  <a:pt x="159856" y="128251"/>
                  <a:pt x="387678" y="3189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2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7A3BC47C-99B6-20BF-D68B-A66F46B7A5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32994" y="-113122"/>
            <a:ext cx="12334974" cy="7010583"/>
          </a:xfrm>
          <a:prstGeom prst="rect">
            <a:avLst/>
          </a:prstGeom>
        </p:spPr>
      </p:pic>
      <p:sp>
        <p:nvSpPr>
          <p:cNvPr id="3" name="Picture Placeholder 12">
            <a:extLst>
              <a:ext uri="{FF2B5EF4-FFF2-40B4-BE49-F238E27FC236}">
                <a16:creationId xmlns:a16="http://schemas.microsoft.com/office/drawing/2014/main" id="{9EF7A263-0527-9E4C-94C9-B2AB772A418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58148" y="449264"/>
            <a:ext cx="3168653" cy="5765457"/>
          </a:xfrm>
          <a:custGeom>
            <a:avLst/>
            <a:gdLst>
              <a:gd name="connsiteX0" fmla="*/ 200 w 3168653"/>
              <a:gd name="connsiteY0" fmla="*/ 0 h 5765457"/>
              <a:gd name="connsiteX1" fmla="*/ 653525 w 3168653"/>
              <a:gd name="connsiteY1" fmla="*/ 0 h 5765457"/>
              <a:gd name="connsiteX2" fmla="*/ 900800 w 3168653"/>
              <a:gd name="connsiteY2" fmla="*/ 12593 h 5765457"/>
              <a:gd name="connsiteX3" fmla="*/ 3134091 w 3168653"/>
              <a:gd name="connsiteY3" fmla="*/ 2032520 h 5765457"/>
              <a:gd name="connsiteX4" fmla="*/ 3168653 w 3168653"/>
              <a:gd name="connsiteY4" fmla="*/ 2257290 h 5765457"/>
              <a:gd name="connsiteX5" fmla="*/ 3168653 w 3168653"/>
              <a:gd name="connsiteY5" fmla="*/ 5765457 h 5765457"/>
              <a:gd name="connsiteX6" fmla="*/ 2544402 w 3168653"/>
              <a:gd name="connsiteY6" fmla="*/ 5765457 h 5765457"/>
              <a:gd name="connsiteX7" fmla="*/ 2544203 w 3168653"/>
              <a:gd name="connsiteY7" fmla="*/ 5765457 h 5765457"/>
              <a:gd name="connsiteX8" fmla="*/ 0 w 3168653"/>
              <a:gd name="connsiteY8" fmla="*/ 3221254 h 5765457"/>
              <a:gd name="connsiteX9" fmla="*/ 0 w 3168653"/>
              <a:gd name="connsiteY9" fmla="*/ 2882425 h 5765457"/>
              <a:gd name="connsiteX10" fmla="*/ 200 w 3168653"/>
              <a:gd name="connsiteY10" fmla="*/ 2882425 h 5765457"/>
              <a:gd name="connsiteX11" fmla="*/ 200 w 3168653"/>
              <a:gd name="connsiteY11" fmla="*/ 2874156 h 5765457"/>
              <a:gd name="connsiteX12" fmla="*/ 200 w 3168653"/>
              <a:gd name="connsiteY12" fmla="*/ 7161 h 5765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68653" h="5765457">
                <a:moveTo>
                  <a:pt x="200" y="0"/>
                </a:moveTo>
                <a:lnTo>
                  <a:pt x="653525" y="0"/>
                </a:lnTo>
                <a:lnTo>
                  <a:pt x="900800" y="12593"/>
                </a:lnTo>
                <a:cubicBezTo>
                  <a:pt x="2009094" y="126045"/>
                  <a:pt x="2912804" y="958563"/>
                  <a:pt x="3134091" y="2032520"/>
                </a:cubicBezTo>
                <a:lnTo>
                  <a:pt x="3168653" y="2257290"/>
                </a:lnTo>
                <a:lnTo>
                  <a:pt x="3168653" y="5765457"/>
                </a:lnTo>
                <a:lnTo>
                  <a:pt x="2544402" y="5765457"/>
                </a:lnTo>
                <a:lnTo>
                  <a:pt x="2544203" y="5765457"/>
                </a:lnTo>
                <a:cubicBezTo>
                  <a:pt x="1144891" y="5765457"/>
                  <a:pt x="0" y="4620565"/>
                  <a:pt x="0" y="3221254"/>
                </a:cubicBezTo>
                <a:lnTo>
                  <a:pt x="0" y="2882425"/>
                </a:lnTo>
                <a:lnTo>
                  <a:pt x="200" y="2882425"/>
                </a:lnTo>
                <a:lnTo>
                  <a:pt x="200" y="2874156"/>
                </a:lnTo>
                <a:cubicBezTo>
                  <a:pt x="200" y="2710337"/>
                  <a:pt x="200" y="166021"/>
                  <a:pt x="200" y="7161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E6C945C-7127-3582-1911-80FBD40D1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78C6700-8060-24F9-DC2F-AE22C6C88B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43362" y="441491"/>
            <a:ext cx="3185230" cy="577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513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E3F2709-2A59-D5BA-77B4-FD75FE7371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84841" y="-199717"/>
            <a:ext cx="12367967" cy="7085998"/>
          </a:xfrm>
          <a:prstGeom prst="rect">
            <a:avLst/>
          </a:prstGeom>
        </p:spPr>
      </p:pic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8C654080-D3CC-4B13-1F27-F4787DC9CBF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0" y="329939"/>
            <a:ext cx="5547845" cy="5704028"/>
          </a:xfrm>
          <a:custGeom>
            <a:avLst/>
            <a:gdLst>
              <a:gd name="connsiteX0" fmla="*/ 808104 w 5547845"/>
              <a:gd name="connsiteY0" fmla="*/ 0 h 5704028"/>
              <a:gd name="connsiteX1" fmla="*/ 4739741 w 5547845"/>
              <a:gd name="connsiteY1" fmla="*/ 0 h 5704028"/>
              <a:gd name="connsiteX2" fmla="*/ 5547845 w 5547845"/>
              <a:gd name="connsiteY2" fmla="*/ 830854 h 5704028"/>
              <a:gd name="connsiteX3" fmla="*/ 5547845 w 5547845"/>
              <a:gd name="connsiteY3" fmla="*/ 4873175 h 5704028"/>
              <a:gd name="connsiteX4" fmla="*/ 4739741 w 5547845"/>
              <a:gd name="connsiteY4" fmla="*/ 5704028 h 5704028"/>
              <a:gd name="connsiteX5" fmla="*/ 808104 w 5547845"/>
              <a:gd name="connsiteY5" fmla="*/ 5704028 h 5704028"/>
              <a:gd name="connsiteX6" fmla="*/ 0 w 5547845"/>
              <a:gd name="connsiteY6" fmla="*/ 4873175 h 5704028"/>
              <a:gd name="connsiteX7" fmla="*/ 0 w 5547845"/>
              <a:gd name="connsiteY7" fmla="*/ 830853 h 5704028"/>
              <a:gd name="connsiteX8" fmla="*/ 808104 w 5547845"/>
              <a:gd name="connsiteY8" fmla="*/ 0 h 5704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547845" h="5704028">
                <a:moveTo>
                  <a:pt x="808104" y="0"/>
                </a:moveTo>
                <a:lnTo>
                  <a:pt x="4739741" y="0"/>
                </a:lnTo>
                <a:cubicBezTo>
                  <a:pt x="5186045" y="0"/>
                  <a:pt x="5547845" y="371986"/>
                  <a:pt x="5547845" y="830854"/>
                </a:cubicBezTo>
                <a:lnTo>
                  <a:pt x="5547845" y="4873175"/>
                </a:lnTo>
                <a:cubicBezTo>
                  <a:pt x="5547845" y="5332043"/>
                  <a:pt x="5186045" y="5704028"/>
                  <a:pt x="4739741" y="5704028"/>
                </a:cubicBezTo>
                <a:lnTo>
                  <a:pt x="808104" y="5704028"/>
                </a:lnTo>
                <a:cubicBezTo>
                  <a:pt x="361800" y="5704028"/>
                  <a:pt x="0" y="5332043"/>
                  <a:pt x="0" y="4873175"/>
                </a:cubicBezTo>
                <a:lnTo>
                  <a:pt x="0" y="830853"/>
                </a:lnTo>
                <a:cubicBezTo>
                  <a:pt x="0" y="371986"/>
                  <a:pt x="361800" y="0"/>
                  <a:pt x="80810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C7D827F-A890-DEEA-4C50-C529607F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70783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BC4D355-D07A-C443-FE67-FC51A3D22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32995" y="-113122"/>
            <a:ext cx="12459025" cy="7010583"/>
          </a:xfrm>
          <a:prstGeom prst="rect">
            <a:avLst/>
          </a:prstGeom>
        </p:spPr>
      </p:pic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64448553-4F90-3088-4944-11C66514BE3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12819" y="565607"/>
            <a:ext cx="5037054" cy="5468359"/>
          </a:xfrm>
          <a:custGeom>
            <a:avLst/>
            <a:gdLst>
              <a:gd name="connsiteX0" fmla="*/ 808104 w 5547845"/>
              <a:gd name="connsiteY0" fmla="*/ 0 h 5704028"/>
              <a:gd name="connsiteX1" fmla="*/ 4739741 w 5547845"/>
              <a:gd name="connsiteY1" fmla="*/ 0 h 5704028"/>
              <a:gd name="connsiteX2" fmla="*/ 5547845 w 5547845"/>
              <a:gd name="connsiteY2" fmla="*/ 830854 h 5704028"/>
              <a:gd name="connsiteX3" fmla="*/ 5547845 w 5547845"/>
              <a:gd name="connsiteY3" fmla="*/ 4873175 h 5704028"/>
              <a:gd name="connsiteX4" fmla="*/ 4739741 w 5547845"/>
              <a:gd name="connsiteY4" fmla="*/ 5704028 h 5704028"/>
              <a:gd name="connsiteX5" fmla="*/ 808104 w 5547845"/>
              <a:gd name="connsiteY5" fmla="*/ 5704028 h 5704028"/>
              <a:gd name="connsiteX6" fmla="*/ 0 w 5547845"/>
              <a:gd name="connsiteY6" fmla="*/ 4873175 h 5704028"/>
              <a:gd name="connsiteX7" fmla="*/ 0 w 5547845"/>
              <a:gd name="connsiteY7" fmla="*/ 830853 h 5704028"/>
              <a:gd name="connsiteX8" fmla="*/ 808104 w 5547845"/>
              <a:gd name="connsiteY8" fmla="*/ 0 h 5704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547845" h="5704028">
                <a:moveTo>
                  <a:pt x="808104" y="0"/>
                </a:moveTo>
                <a:lnTo>
                  <a:pt x="4739741" y="0"/>
                </a:lnTo>
                <a:cubicBezTo>
                  <a:pt x="5186045" y="0"/>
                  <a:pt x="5547845" y="371986"/>
                  <a:pt x="5547845" y="830854"/>
                </a:cubicBezTo>
                <a:lnTo>
                  <a:pt x="5547845" y="4873175"/>
                </a:lnTo>
                <a:cubicBezTo>
                  <a:pt x="5547845" y="5332043"/>
                  <a:pt x="5186045" y="5704028"/>
                  <a:pt x="4739741" y="5704028"/>
                </a:cubicBezTo>
                <a:lnTo>
                  <a:pt x="808104" y="5704028"/>
                </a:lnTo>
                <a:cubicBezTo>
                  <a:pt x="361800" y="5704028"/>
                  <a:pt x="0" y="5332043"/>
                  <a:pt x="0" y="4873175"/>
                </a:cubicBezTo>
                <a:lnTo>
                  <a:pt x="0" y="830853"/>
                </a:lnTo>
                <a:cubicBezTo>
                  <a:pt x="0" y="371986"/>
                  <a:pt x="361800" y="0"/>
                  <a:pt x="80810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1B4C912-1FCD-8D8B-21E2-7747A9510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07222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9E7EFE18-FED0-FDAE-5670-7615BB1536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65988" y="0"/>
            <a:ext cx="12330260" cy="693812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C7121F9-03BE-C8DA-B22C-FD5C2DDC182D}"/>
              </a:ext>
            </a:extLst>
          </p:cNvPr>
          <p:cNvSpPr/>
          <p:nvPr userDrawn="1"/>
        </p:nvSpPr>
        <p:spPr>
          <a:xfrm>
            <a:off x="7899662" y="0"/>
            <a:ext cx="2988297" cy="6938128"/>
          </a:xfrm>
          <a:prstGeom prst="rect">
            <a:avLst/>
          </a:prstGeom>
          <a:solidFill>
            <a:srgbClr val="B9B9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90CAEFC-B65C-032B-DFB8-E941811AA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45784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48165F00-7FAA-6193-FE34-3C59CAE7AAE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334054" y="1442301"/>
            <a:ext cx="4019746" cy="4626852"/>
          </a:xfrm>
          <a:custGeom>
            <a:avLst/>
            <a:gdLst>
              <a:gd name="connsiteX0" fmla="*/ 808104 w 5547845"/>
              <a:gd name="connsiteY0" fmla="*/ 0 h 5704028"/>
              <a:gd name="connsiteX1" fmla="*/ 4739741 w 5547845"/>
              <a:gd name="connsiteY1" fmla="*/ 0 h 5704028"/>
              <a:gd name="connsiteX2" fmla="*/ 5547845 w 5547845"/>
              <a:gd name="connsiteY2" fmla="*/ 830854 h 5704028"/>
              <a:gd name="connsiteX3" fmla="*/ 5547845 w 5547845"/>
              <a:gd name="connsiteY3" fmla="*/ 4873175 h 5704028"/>
              <a:gd name="connsiteX4" fmla="*/ 4739741 w 5547845"/>
              <a:gd name="connsiteY4" fmla="*/ 5704028 h 5704028"/>
              <a:gd name="connsiteX5" fmla="*/ 808104 w 5547845"/>
              <a:gd name="connsiteY5" fmla="*/ 5704028 h 5704028"/>
              <a:gd name="connsiteX6" fmla="*/ 0 w 5547845"/>
              <a:gd name="connsiteY6" fmla="*/ 4873175 h 5704028"/>
              <a:gd name="connsiteX7" fmla="*/ 0 w 5547845"/>
              <a:gd name="connsiteY7" fmla="*/ 830853 h 5704028"/>
              <a:gd name="connsiteX8" fmla="*/ 808104 w 5547845"/>
              <a:gd name="connsiteY8" fmla="*/ 0 h 5704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547845" h="5704028">
                <a:moveTo>
                  <a:pt x="808104" y="0"/>
                </a:moveTo>
                <a:lnTo>
                  <a:pt x="4739741" y="0"/>
                </a:lnTo>
                <a:cubicBezTo>
                  <a:pt x="5186045" y="0"/>
                  <a:pt x="5547845" y="371986"/>
                  <a:pt x="5547845" y="830854"/>
                </a:cubicBezTo>
                <a:lnTo>
                  <a:pt x="5547845" y="4873175"/>
                </a:lnTo>
                <a:cubicBezTo>
                  <a:pt x="5547845" y="5332043"/>
                  <a:pt x="5186045" y="5704028"/>
                  <a:pt x="4739741" y="5704028"/>
                </a:cubicBezTo>
                <a:lnTo>
                  <a:pt x="808104" y="5704028"/>
                </a:lnTo>
                <a:cubicBezTo>
                  <a:pt x="361800" y="5704028"/>
                  <a:pt x="0" y="5332043"/>
                  <a:pt x="0" y="4873175"/>
                </a:cubicBezTo>
                <a:lnTo>
                  <a:pt x="0" y="830853"/>
                </a:lnTo>
                <a:cubicBezTo>
                  <a:pt x="0" y="371986"/>
                  <a:pt x="361800" y="0"/>
                  <a:pt x="80810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BB12FD6-7B0A-BF80-BFF7-81C7E7234A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89961" y="2807812"/>
            <a:ext cx="974006" cy="1322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912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55ADADA-7206-710F-41F6-660194BFB8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65988" y="-207390"/>
            <a:ext cx="12330260" cy="7145518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9EA12D95-43DB-3799-A16F-9B17CF3A0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41491"/>
            <a:ext cx="5795193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D91F24F-8A5B-5730-704E-3D3A4BCE5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398524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4D9DD47-7DB4-5925-2826-2DF8CA13CF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50998" y="441491"/>
            <a:ext cx="3185230" cy="5773230"/>
          </a:xfrm>
          <a:prstGeom prst="rect">
            <a:avLst/>
          </a:prstGeom>
        </p:spPr>
      </p:pic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4B7E1533-AD56-6B22-5E91-601A2195A9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58148" y="449264"/>
            <a:ext cx="3168653" cy="5765457"/>
          </a:xfrm>
          <a:custGeom>
            <a:avLst/>
            <a:gdLst>
              <a:gd name="connsiteX0" fmla="*/ 200 w 3168653"/>
              <a:gd name="connsiteY0" fmla="*/ 0 h 5765457"/>
              <a:gd name="connsiteX1" fmla="*/ 653525 w 3168653"/>
              <a:gd name="connsiteY1" fmla="*/ 0 h 5765457"/>
              <a:gd name="connsiteX2" fmla="*/ 900800 w 3168653"/>
              <a:gd name="connsiteY2" fmla="*/ 12593 h 5765457"/>
              <a:gd name="connsiteX3" fmla="*/ 3134091 w 3168653"/>
              <a:gd name="connsiteY3" fmla="*/ 2032520 h 5765457"/>
              <a:gd name="connsiteX4" fmla="*/ 3168653 w 3168653"/>
              <a:gd name="connsiteY4" fmla="*/ 2257290 h 5765457"/>
              <a:gd name="connsiteX5" fmla="*/ 3168653 w 3168653"/>
              <a:gd name="connsiteY5" fmla="*/ 5765457 h 5765457"/>
              <a:gd name="connsiteX6" fmla="*/ 2544402 w 3168653"/>
              <a:gd name="connsiteY6" fmla="*/ 5765457 h 5765457"/>
              <a:gd name="connsiteX7" fmla="*/ 2544203 w 3168653"/>
              <a:gd name="connsiteY7" fmla="*/ 5765457 h 5765457"/>
              <a:gd name="connsiteX8" fmla="*/ 0 w 3168653"/>
              <a:gd name="connsiteY8" fmla="*/ 3221254 h 5765457"/>
              <a:gd name="connsiteX9" fmla="*/ 0 w 3168653"/>
              <a:gd name="connsiteY9" fmla="*/ 2882425 h 5765457"/>
              <a:gd name="connsiteX10" fmla="*/ 200 w 3168653"/>
              <a:gd name="connsiteY10" fmla="*/ 2882425 h 5765457"/>
              <a:gd name="connsiteX11" fmla="*/ 200 w 3168653"/>
              <a:gd name="connsiteY11" fmla="*/ 2874156 h 5765457"/>
              <a:gd name="connsiteX12" fmla="*/ 200 w 3168653"/>
              <a:gd name="connsiteY12" fmla="*/ 7161 h 5765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68653" h="5765457">
                <a:moveTo>
                  <a:pt x="200" y="0"/>
                </a:moveTo>
                <a:lnTo>
                  <a:pt x="653525" y="0"/>
                </a:lnTo>
                <a:lnTo>
                  <a:pt x="900800" y="12593"/>
                </a:lnTo>
                <a:cubicBezTo>
                  <a:pt x="2009094" y="126045"/>
                  <a:pt x="2912804" y="958563"/>
                  <a:pt x="3134091" y="2032520"/>
                </a:cubicBezTo>
                <a:lnTo>
                  <a:pt x="3168653" y="2257290"/>
                </a:lnTo>
                <a:lnTo>
                  <a:pt x="3168653" y="5765457"/>
                </a:lnTo>
                <a:lnTo>
                  <a:pt x="2544402" y="5765457"/>
                </a:lnTo>
                <a:lnTo>
                  <a:pt x="2544203" y="5765457"/>
                </a:lnTo>
                <a:cubicBezTo>
                  <a:pt x="1144891" y="5765457"/>
                  <a:pt x="0" y="4620565"/>
                  <a:pt x="0" y="3221254"/>
                </a:cubicBezTo>
                <a:lnTo>
                  <a:pt x="0" y="2882425"/>
                </a:lnTo>
                <a:lnTo>
                  <a:pt x="200" y="2882425"/>
                </a:lnTo>
                <a:lnTo>
                  <a:pt x="200" y="2874156"/>
                </a:lnTo>
                <a:cubicBezTo>
                  <a:pt x="200" y="2710337"/>
                  <a:pt x="200" y="166021"/>
                  <a:pt x="200" y="7161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9258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A85556-F773-FF45-9EB7-E8695758FD2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B4D7551-AD66-CA46-4CE5-C93FF0C39C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876300"/>
            <a:ext cx="5795193" cy="1141578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2F4A152-11CA-8B2C-21AE-D5766A8794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8587" y="6117112"/>
            <a:ext cx="504825" cy="552450"/>
          </a:xfrm>
          <a:prstGeom prst="rect">
            <a:avLst/>
          </a:prstGeom>
        </p:spPr>
      </p:pic>
      <p:sp>
        <p:nvSpPr>
          <p:cNvPr id="5" name="Picture Placeholder 15">
            <a:extLst>
              <a:ext uri="{FF2B5EF4-FFF2-40B4-BE49-F238E27FC236}">
                <a16:creationId xmlns:a16="http://schemas.microsoft.com/office/drawing/2014/main" id="{E2DFB00C-A418-E60B-ACB1-DBB9AF0C77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97228" y="1498862"/>
            <a:ext cx="4940697" cy="4565877"/>
          </a:xfrm>
          <a:custGeom>
            <a:avLst/>
            <a:gdLst>
              <a:gd name="connsiteX0" fmla="*/ 1831111 w 5564187"/>
              <a:gd name="connsiteY0" fmla="*/ 0 h 5142067"/>
              <a:gd name="connsiteX1" fmla="*/ 5106263 w 5564187"/>
              <a:gd name="connsiteY1" fmla="*/ 0 h 5142067"/>
              <a:gd name="connsiteX2" fmla="*/ 5193803 w 5564187"/>
              <a:gd name="connsiteY2" fmla="*/ 27174 h 5142067"/>
              <a:gd name="connsiteX3" fmla="*/ 5564187 w 5564187"/>
              <a:gd name="connsiteY3" fmla="*/ 585954 h 5142067"/>
              <a:gd name="connsiteX4" fmla="*/ 5564187 w 5564187"/>
              <a:gd name="connsiteY4" fmla="*/ 3011630 h 5142067"/>
              <a:gd name="connsiteX5" fmla="*/ 4957750 w 5564187"/>
              <a:gd name="connsiteY5" fmla="*/ 3618067 h 5142067"/>
              <a:gd name="connsiteX6" fmla="*/ 2554287 w 5564187"/>
              <a:gd name="connsiteY6" fmla="*/ 3618067 h 5142067"/>
              <a:gd name="connsiteX7" fmla="*/ 2554287 w 5564187"/>
              <a:gd name="connsiteY7" fmla="*/ 4725897 h 5142067"/>
              <a:gd name="connsiteX8" fmla="*/ 2138117 w 5564187"/>
              <a:gd name="connsiteY8" fmla="*/ 5142067 h 5142067"/>
              <a:gd name="connsiteX9" fmla="*/ 415400 w 5564187"/>
              <a:gd name="connsiteY9" fmla="*/ 5142067 h 5142067"/>
              <a:gd name="connsiteX10" fmla="*/ 7685 w 5564187"/>
              <a:gd name="connsiteY10" fmla="*/ 4809770 h 5142067"/>
              <a:gd name="connsiteX11" fmla="*/ 0 w 5564187"/>
              <a:gd name="connsiteY11" fmla="*/ 4733536 h 5142067"/>
              <a:gd name="connsiteX12" fmla="*/ 0 w 5564187"/>
              <a:gd name="connsiteY12" fmla="*/ 3053627 h 5142067"/>
              <a:gd name="connsiteX13" fmla="*/ 7685 w 5564187"/>
              <a:gd name="connsiteY13" fmla="*/ 2977392 h 5142067"/>
              <a:gd name="connsiteX14" fmla="*/ 415400 w 5564187"/>
              <a:gd name="connsiteY14" fmla="*/ 2645095 h 5142067"/>
              <a:gd name="connsiteX15" fmla="*/ 1373187 w 5564187"/>
              <a:gd name="connsiteY15" fmla="*/ 2645095 h 5142067"/>
              <a:gd name="connsiteX16" fmla="*/ 1373187 w 5564187"/>
              <a:gd name="connsiteY16" fmla="*/ 585954 h 5142067"/>
              <a:gd name="connsiteX17" fmla="*/ 1743572 w 5564187"/>
              <a:gd name="connsiteY17" fmla="*/ 27174 h 5142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564187" h="5142067">
                <a:moveTo>
                  <a:pt x="1831111" y="0"/>
                </a:moveTo>
                <a:lnTo>
                  <a:pt x="5106263" y="0"/>
                </a:lnTo>
                <a:lnTo>
                  <a:pt x="5193803" y="27174"/>
                </a:lnTo>
                <a:cubicBezTo>
                  <a:pt x="5411462" y="119236"/>
                  <a:pt x="5564187" y="334760"/>
                  <a:pt x="5564187" y="585954"/>
                </a:cubicBezTo>
                <a:lnTo>
                  <a:pt x="5564187" y="3011630"/>
                </a:lnTo>
                <a:cubicBezTo>
                  <a:pt x="5564187" y="3346556"/>
                  <a:pt x="5292676" y="3618067"/>
                  <a:pt x="4957750" y="3618067"/>
                </a:cubicBezTo>
                <a:lnTo>
                  <a:pt x="2554287" y="3618067"/>
                </a:lnTo>
                <a:lnTo>
                  <a:pt x="2554287" y="4725897"/>
                </a:lnTo>
                <a:cubicBezTo>
                  <a:pt x="2554287" y="4955741"/>
                  <a:pt x="2367961" y="5142067"/>
                  <a:pt x="2138117" y="5142067"/>
                </a:cubicBezTo>
                <a:lnTo>
                  <a:pt x="415400" y="5142067"/>
                </a:lnTo>
                <a:cubicBezTo>
                  <a:pt x="214287" y="5142067"/>
                  <a:pt x="46492" y="4999411"/>
                  <a:pt x="7685" y="4809770"/>
                </a:cubicBezTo>
                <a:lnTo>
                  <a:pt x="0" y="4733536"/>
                </a:lnTo>
                <a:lnTo>
                  <a:pt x="0" y="3053627"/>
                </a:lnTo>
                <a:lnTo>
                  <a:pt x="7685" y="2977392"/>
                </a:lnTo>
                <a:cubicBezTo>
                  <a:pt x="46492" y="2787751"/>
                  <a:pt x="214287" y="2645095"/>
                  <a:pt x="415400" y="2645095"/>
                </a:cubicBezTo>
                <a:lnTo>
                  <a:pt x="1373187" y="2645095"/>
                </a:lnTo>
                <a:lnTo>
                  <a:pt x="1373187" y="585954"/>
                </a:lnTo>
                <a:cubicBezTo>
                  <a:pt x="1373187" y="334760"/>
                  <a:pt x="1525912" y="119236"/>
                  <a:pt x="1743572" y="27174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33A7269-8DC1-4503-DBB5-478A0C5F8F16}"/>
              </a:ext>
            </a:extLst>
          </p:cNvPr>
          <p:cNvSpPr/>
          <p:nvPr userDrawn="1"/>
        </p:nvSpPr>
        <p:spPr>
          <a:xfrm>
            <a:off x="831850" y="2210539"/>
            <a:ext cx="5054046" cy="431454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7">
            <a:extLst>
              <a:ext uri="{FF2B5EF4-FFF2-40B4-BE49-F238E27FC236}">
                <a16:creationId xmlns:a16="http://schemas.microsoft.com/office/drawing/2014/main" id="{B267085C-1D9C-A051-B73E-A1AFC00E77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44588" y="2387600"/>
            <a:ext cx="4419600" cy="3879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9CE9D9-084F-688F-FC93-64A3593A4D1B}"/>
              </a:ext>
            </a:extLst>
          </p:cNvPr>
          <p:cNvSpPr txBox="1"/>
          <p:nvPr userDrawn="1"/>
        </p:nvSpPr>
        <p:spPr>
          <a:xfrm rot="16200000">
            <a:off x="10561658" y="4524452"/>
            <a:ext cx="24986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www.flairstech.com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EAD411-6B23-6947-CBA9-2CE4E1A19A6B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8213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B4D7551-AD66-CA46-4CE5-C93FF0C39C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876300"/>
            <a:ext cx="5795193" cy="1141578"/>
          </a:xfrm>
        </p:spPr>
        <p:txBody>
          <a:bodyPr anchor="b"/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2F4A152-11CA-8B2C-21AE-D5766A8794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8587" y="6117112"/>
            <a:ext cx="504825" cy="552450"/>
          </a:xfrm>
          <a:prstGeom prst="rect">
            <a:avLst/>
          </a:prstGeom>
        </p:spPr>
      </p:pic>
      <p:sp>
        <p:nvSpPr>
          <p:cNvPr id="5" name="Picture Placeholder 15">
            <a:extLst>
              <a:ext uri="{FF2B5EF4-FFF2-40B4-BE49-F238E27FC236}">
                <a16:creationId xmlns:a16="http://schemas.microsoft.com/office/drawing/2014/main" id="{E2DFB00C-A418-E60B-ACB1-DBB9AF0C77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97228" y="1498862"/>
            <a:ext cx="4940697" cy="4565877"/>
          </a:xfrm>
          <a:custGeom>
            <a:avLst/>
            <a:gdLst>
              <a:gd name="connsiteX0" fmla="*/ 1831111 w 5564187"/>
              <a:gd name="connsiteY0" fmla="*/ 0 h 5142067"/>
              <a:gd name="connsiteX1" fmla="*/ 5106263 w 5564187"/>
              <a:gd name="connsiteY1" fmla="*/ 0 h 5142067"/>
              <a:gd name="connsiteX2" fmla="*/ 5193803 w 5564187"/>
              <a:gd name="connsiteY2" fmla="*/ 27174 h 5142067"/>
              <a:gd name="connsiteX3" fmla="*/ 5564187 w 5564187"/>
              <a:gd name="connsiteY3" fmla="*/ 585954 h 5142067"/>
              <a:gd name="connsiteX4" fmla="*/ 5564187 w 5564187"/>
              <a:gd name="connsiteY4" fmla="*/ 3011630 h 5142067"/>
              <a:gd name="connsiteX5" fmla="*/ 4957750 w 5564187"/>
              <a:gd name="connsiteY5" fmla="*/ 3618067 h 5142067"/>
              <a:gd name="connsiteX6" fmla="*/ 2554287 w 5564187"/>
              <a:gd name="connsiteY6" fmla="*/ 3618067 h 5142067"/>
              <a:gd name="connsiteX7" fmla="*/ 2554287 w 5564187"/>
              <a:gd name="connsiteY7" fmla="*/ 4725897 h 5142067"/>
              <a:gd name="connsiteX8" fmla="*/ 2138117 w 5564187"/>
              <a:gd name="connsiteY8" fmla="*/ 5142067 h 5142067"/>
              <a:gd name="connsiteX9" fmla="*/ 415400 w 5564187"/>
              <a:gd name="connsiteY9" fmla="*/ 5142067 h 5142067"/>
              <a:gd name="connsiteX10" fmla="*/ 7685 w 5564187"/>
              <a:gd name="connsiteY10" fmla="*/ 4809770 h 5142067"/>
              <a:gd name="connsiteX11" fmla="*/ 0 w 5564187"/>
              <a:gd name="connsiteY11" fmla="*/ 4733536 h 5142067"/>
              <a:gd name="connsiteX12" fmla="*/ 0 w 5564187"/>
              <a:gd name="connsiteY12" fmla="*/ 3053627 h 5142067"/>
              <a:gd name="connsiteX13" fmla="*/ 7685 w 5564187"/>
              <a:gd name="connsiteY13" fmla="*/ 2977392 h 5142067"/>
              <a:gd name="connsiteX14" fmla="*/ 415400 w 5564187"/>
              <a:gd name="connsiteY14" fmla="*/ 2645095 h 5142067"/>
              <a:gd name="connsiteX15" fmla="*/ 1373187 w 5564187"/>
              <a:gd name="connsiteY15" fmla="*/ 2645095 h 5142067"/>
              <a:gd name="connsiteX16" fmla="*/ 1373187 w 5564187"/>
              <a:gd name="connsiteY16" fmla="*/ 585954 h 5142067"/>
              <a:gd name="connsiteX17" fmla="*/ 1743572 w 5564187"/>
              <a:gd name="connsiteY17" fmla="*/ 27174 h 5142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564187" h="5142067">
                <a:moveTo>
                  <a:pt x="1831111" y="0"/>
                </a:moveTo>
                <a:lnTo>
                  <a:pt x="5106263" y="0"/>
                </a:lnTo>
                <a:lnTo>
                  <a:pt x="5193803" y="27174"/>
                </a:lnTo>
                <a:cubicBezTo>
                  <a:pt x="5411462" y="119236"/>
                  <a:pt x="5564187" y="334760"/>
                  <a:pt x="5564187" y="585954"/>
                </a:cubicBezTo>
                <a:lnTo>
                  <a:pt x="5564187" y="3011630"/>
                </a:lnTo>
                <a:cubicBezTo>
                  <a:pt x="5564187" y="3346556"/>
                  <a:pt x="5292676" y="3618067"/>
                  <a:pt x="4957750" y="3618067"/>
                </a:cubicBezTo>
                <a:lnTo>
                  <a:pt x="2554287" y="3618067"/>
                </a:lnTo>
                <a:lnTo>
                  <a:pt x="2554287" y="4725897"/>
                </a:lnTo>
                <a:cubicBezTo>
                  <a:pt x="2554287" y="4955741"/>
                  <a:pt x="2367961" y="5142067"/>
                  <a:pt x="2138117" y="5142067"/>
                </a:cubicBezTo>
                <a:lnTo>
                  <a:pt x="415400" y="5142067"/>
                </a:lnTo>
                <a:cubicBezTo>
                  <a:pt x="214287" y="5142067"/>
                  <a:pt x="46492" y="4999411"/>
                  <a:pt x="7685" y="4809770"/>
                </a:cubicBezTo>
                <a:lnTo>
                  <a:pt x="0" y="4733536"/>
                </a:lnTo>
                <a:lnTo>
                  <a:pt x="0" y="3053627"/>
                </a:lnTo>
                <a:lnTo>
                  <a:pt x="7685" y="2977392"/>
                </a:lnTo>
                <a:cubicBezTo>
                  <a:pt x="46492" y="2787751"/>
                  <a:pt x="214287" y="2645095"/>
                  <a:pt x="415400" y="2645095"/>
                </a:cubicBezTo>
                <a:lnTo>
                  <a:pt x="1373187" y="2645095"/>
                </a:lnTo>
                <a:lnTo>
                  <a:pt x="1373187" y="585954"/>
                </a:lnTo>
                <a:cubicBezTo>
                  <a:pt x="1373187" y="334760"/>
                  <a:pt x="1525912" y="119236"/>
                  <a:pt x="1743572" y="27174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E6C1D21-1CFF-BA0F-4681-BC73E5D897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9213" y="3883843"/>
            <a:ext cx="1270707" cy="115007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33A7269-8DC1-4503-DBB5-478A0C5F8F16}"/>
              </a:ext>
            </a:extLst>
          </p:cNvPr>
          <p:cNvSpPr/>
          <p:nvPr userDrawn="1"/>
        </p:nvSpPr>
        <p:spPr>
          <a:xfrm>
            <a:off x="831850" y="2210539"/>
            <a:ext cx="5054046" cy="431454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7">
            <a:extLst>
              <a:ext uri="{FF2B5EF4-FFF2-40B4-BE49-F238E27FC236}">
                <a16:creationId xmlns:a16="http://schemas.microsoft.com/office/drawing/2014/main" id="{B267085C-1D9C-A051-B73E-A1AFC00E77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44588" y="2387600"/>
            <a:ext cx="4419600" cy="3879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9CE9D9-084F-688F-FC93-64A3593A4D1B}"/>
              </a:ext>
            </a:extLst>
          </p:cNvPr>
          <p:cNvSpPr txBox="1"/>
          <p:nvPr userDrawn="1"/>
        </p:nvSpPr>
        <p:spPr>
          <a:xfrm rot="16200000">
            <a:off x="10561658" y="4524452"/>
            <a:ext cx="24986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www.flairstech.com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EAD411-6B23-6947-CBA9-2CE4E1A19A6B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6408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8333A-0501-C2FA-E3CC-1948BAD7D3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061174"/>
            <a:ext cx="5795193" cy="1025691"/>
          </a:xfrm>
        </p:spPr>
        <p:txBody>
          <a:bodyPr anchor="b"/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9A8D1-A08E-F7E3-95BB-2C1B48BF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965143"/>
            <a:ext cx="3985247" cy="3124508"/>
          </a:xfrm>
        </p:spPr>
        <p:txBody>
          <a:bodyPr/>
          <a:lstStyle>
            <a:lvl1pPr marL="0" indent="0">
              <a:buNone/>
              <a:defRPr sz="2400">
                <a:solidFill>
                  <a:srgbClr val="B9B9FC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3611CD5-AFB0-9985-D5F6-4C5101806738}"/>
              </a:ext>
            </a:extLst>
          </p:cNvPr>
          <p:cNvSpPr/>
          <p:nvPr userDrawn="1"/>
        </p:nvSpPr>
        <p:spPr>
          <a:xfrm>
            <a:off x="8050998" y="441491"/>
            <a:ext cx="3185827" cy="2883031"/>
          </a:xfrm>
          <a:custGeom>
            <a:avLst/>
            <a:gdLst>
              <a:gd name="connsiteX0" fmla="*/ 641426 w 3185827"/>
              <a:gd name="connsiteY0" fmla="*/ 0 h 2883031"/>
              <a:gd name="connsiteX1" fmla="*/ 0 w 3185827"/>
              <a:gd name="connsiteY1" fmla="*/ 0 h 2883031"/>
              <a:gd name="connsiteX2" fmla="*/ 0 w 3185827"/>
              <a:gd name="connsiteY2" fmla="*/ 2883032 h 2883031"/>
              <a:gd name="connsiteX3" fmla="*/ 3185827 w 3185827"/>
              <a:gd name="connsiteY3" fmla="*/ 2883032 h 2883031"/>
              <a:gd name="connsiteX4" fmla="*/ 3185827 w 3185827"/>
              <a:gd name="connsiteY4" fmla="*/ 2544203 h 2883031"/>
              <a:gd name="connsiteX5" fmla="*/ 641426 w 3185827"/>
              <a:gd name="connsiteY5" fmla="*/ 0 h 2883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5827" h="2883031">
                <a:moveTo>
                  <a:pt x="641426" y="0"/>
                </a:moveTo>
                <a:lnTo>
                  <a:pt x="0" y="0"/>
                </a:lnTo>
                <a:cubicBezTo>
                  <a:pt x="0" y="0"/>
                  <a:pt x="0" y="2883032"/>
                  <a:pt x="0" y="2883032"/>
                </a:cubicBezTo>
                <a:lnTo>
                  <a:pt x="3185827" y="2883032"/>
                </a:lnTo>
                <a:cubicBezTo>
                  <a:pt x="3185827" y="2883032"/>
                  <a:pt x="3185827" y="2544203"/>
                  <a:pt x="3185827" y="2544203"/>
                </a:cubicBezTo>
                <a:cubicBezTo>
                  <a:pt x="3185827" y="1144891"/>
                  <a:pt x="2040737" y="0"/>
                  <a:pt x="641426" y="0"/>
                </a:cubicBezTo>
                <a:close/>
              </a:path>
            </a:pathLst>
          </a:custGeom>
          <a:solidFill>
            <a:schemeClr val="accent3">
              <a:alpha val="30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E159D9A-2134-5565-9625-31A6D601E112}"/>
              </a:ext>
            </a:extLst>
          </p:cNvPr>
          <p:cNvSpPr/>
          <p:nvPr userDrawn="1"/>
        </p:nvSpPr>
        <p:spPr>
          <a:xfrm>
            <a:off x="8050798" y="3324522"/>
            <a:ext cx="3185827" cy="2883031"/>
          </a:xfrm>
          <a:custGeom>
            <a:avLst/>
            <a:gdLst>
              <a:gd name="connsiteX0" fmla="*/ 2544402 w 3185827"/>
              <a:gd name="connsiteY0" fmla="*/ 2883032 h 2883031"/>
              <a:gd name="connsiteX1" fmla="*/ 3185827 w 3185827"/>
              <a:gd name="connsiteY1" fmla="*/ 2883032 h 2883031"/>
              <a:gd name="connsiteX2" fmla="*/ 3185827 w 3185827"/>
              <a:gd name="connsiteY2" fmla="*/ 0 h 2883031"/>
              <a:gd name="connsiteX3" fmla="*/ 0 w 3185827"/>
              <a:gd name="connsiteY3" fmla="*/ 0 h 2883031"/>
              <a:gd name="connsiteX4" fmla="*/ 0 w 3185827"/>
              <a:gd name="connsiteY4" fmla="*/ 338829 h 2883031"/>
              <a:gd name="connsiteX5" fmla="*/ 2544203 w 3185827"/>
              <a:gd name="connsiteY5" fmla="*/ 2883032 h 2883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5827" h="2883031">
                <a:moveTo>
                  <a:pt x="2544402" y="2883032"/>
                </a:moveTo>
                <a:lnTo>
                  <a:pt x="3185827" y="2883032"/>
                </a:lnTo>
                <a:lnTo>
                  <a:pt x="3185827" y="0"/>
                </a:lnTo>
                <a:cubicBezTo>
                  <a:pt x="3185827" y="0"/>
                  <a:pt x="0" y="0"/>
                  <a:pt x="0" y="0"/>
                </a:cubicBezTo>
                <a:lnTo>
                  <a:pt x="0" y="338829"/>
                </a:lnTo>
                <a:cubicBezTo>
                  <a:pt x="0" y="1738140"/>
                  <a:pt x="1144891" y="2883032"/>
                  <a:pt x="2544203" y="2883032"/>
                </a:cubicBezTo>
                <a:close/>
              </a:path>
            </a:pathLst>
          </a:custGeom>
          <a:solidFill>
            <a:srgbClr val="0366FF">
              <a:alpha val="3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2A3DFFBB-6EB4-A506-9AA4-5CBE701D75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76617" y="449264"/>
            <a:ext cx="3168653" cy="5765457"/>
          </a:xfrm>
          <a:custGeom>
            <a:avLst/>
            <a:gdLst>
              <a:gd name="connsiteX0" fmla="*/ 200 w 3168653"/>
              <a:gd name="connsiteY0" fmla="*/ 0 h 5765457"/>
              <a:gd name="connsiteX1" fmla="*/ 653525 w 3168653"/>
              <a:gd name="connsiteY1" fmla="*/ 0 h 5765457"/>
              <a:gd name="connsiteX2" fmla="*/ 900800 w 3168653"/>
              <a:gd name="connsiteY2" fmla="*/ 12593 h 5765457"/>
              <a:gd name="connsiteX3" fmla="*/ 3134091 w 3168653"/>
              <a:gd name="connsiteY3" fmla="*/ 2032520 h 5765457"/>
              <a:gd name="connsiteX4" fmla="*/ 3168653 w 3168653"/>
              <a:gd name="connsiteY4" fmla="*/ 2257290 h 5765457"/>
              <a:gd name="connsiteX5" fmla="*/ 3168653 w 3168653"/>
              <a:gd name="connsiteY5" fmla="*/ 5765457 h 5765457"/>
              <a:gd name="connsiteX6" fmla="*/ 2544402 w 3168653"/>
              <a:gd name="connsiteY6" fmla="*/ 5765457 h 5765457"/>
              <a:gd name="connsiteX7" fmla="*/ 2544203 w 3168653"/>
              <a:gd name="connsiteY7" fmla="*/ 5765457 h 5765457"/>
              <a:gd name="connsiteX8" fmla="*/ 0 w 3168653"/>
              <a:gd name="connsiteY8" fmla="*/ 3221254 h 5765457"/>
              <a:gd name="connsiteX9" fmla="*/ 0 w 3168653"/>
              <a:gd name="connsiteY9" fmla="*/ 2882425 h 5765457"/>
              <a:gd name="connsiteX10" fmla="*/ 200 w 3168653"/>
              <a:gd name="connsiteY10" fmla="*/ 2882425 h 5765457"/>
              <a:gd name="connsiteX11" fmla="*/ 200 w 3168653"/>
              <a:gd name="connsiteY11" fmla="*/ 2874156 h 5765457"/>
              <a:gd name="connsiteX12" fmla="*/ 200 w 3168653"/>
              <a:gd name="connsiteY12" fmla="*/ 7161 h 5765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68653" h="5765457">
                <a:moveTo>
                  <a:pt x="200" y="0"/>
                </a:moveTo>
                <a:lnTo>
                  <a:pt x="653525" y="0"/>
                </a:lnTo>
                <a:lnTo>
                  <a:pt x="900800" y="12593"/>
                </a:lnTo>
                <a:cubicBezTo>
                  <a:pt x="2009094" y="126045"/>
                  <a:pt x="2912804" y="958563"/>
                  <a:pt x="3134091" y="2032520"/>
                </a:cubicBezTo>
                <a:lnTo>
                  <a:pt x="3168653" y="2257290"/>
                </a:lnTo>
                <a:lnTo>
                  <a:pt x="3168653" y="5765457"/>
                </a:lnTo>
                <a:lnTo>
                  <a:pt x="2544402" y="5765457"/>
                </a:lnTo>
                <a:lnTo>
                  <a:pt x="2544203" y="5765457"/>
                </a:lnTo>
                <a:cubicBezTo>
                  <a:pt x="1144891" y="5765457"/>
                  <a:pt x="0" y="4620565"/>
                  <a:pt x="0" y="3221254"/>
                </a:cubicBezTo>
                <a:lnTo>
                  <a:pt x="0" y="2882425"/>
                </a:lnTo>
                <a:lnTo>
                  <a:pt x="200" y="2882425"/>
                </a:lnTo>
                <a:lnTo>
                  <a:pt x="200" y="2874156"/>
                </a:lnTo>
                <a:cubicBezTo>
                  <a:pt x="200" y="2710337"/>
                  <a:pt x="200" y="166021"/>
                  <a:pt x="200" y="7161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3431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190D6E4-64C0-37A2-D8D1-B083EEDB547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66F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A28A232-4877-ECB8-77C6-BD8BF9F54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0"/>
            <a:ext cx="5795193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C52F2-7F5E-7AB9-35C8-0D7DA40F0CC6}"/>
              </a:ext>
            </a:extLst>
          </p:cNvPr>
          <p:cNvSpPr/>
          <p:nvPr userDrawn="1"/>
        </p:nvSpPr>
        <p:spPr>
          <a:xfrm>
            <a:off x="8050798" y="3324522"/>
            <a:ext cx="3185827" cy="2883031"/>
          </a:xfrm>
          <a:custGeom>
            <a:avLst/>
            <a:gdLst>
              <a:gd name="connsiteX0" fmla="*/ 2544402 w 3185827"/>
              <a:gd name="connsiteY0" fmla="*/ 2883032 h 2883031"/>
              <a:gd name="connsiteX1" fmla="*/ 3185827 w 3185827"/>
              <a:gd name="connsiteY1" fmla="*/ 2883032 h 2883031"/>
              <a:gd name="connsiteX2" fmla="*/ 3185827 w 3185827"/>
              <a:gd name="connsiteY2" fmla="*/ 0 h 2883031"/>
              <a:gd name="connsiteX3" fmla="*/ 0 w 3185827"/>
              <a:gd name="connsiteY3" fmla="*/ 0 h 2883031"/>
              <a:gd name="connsiteX4" fmla="*/ 0 w 3185827"/>
              <a:gd name="connsiteY4" fmla="*/ 338829 h 2883031"/>
              <a:gd name="connsiteX5" fmla="*/ 2544203 w 3185827"/>
              <a:gd name="connsiteY5" fmla="*/ 2883032 h 2883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5827" h="2883031">
                <a:moveTo>
                  <a:pt x="2544402" y="2883032"/>
                </a:moveTo>
                <a:lnTo>
                  <a:pt x="3185827" y="2883032"/>
                </a:lnTo>
                <a:lnTo>
                  <a:pt x="3185827" y="0"/>
                </a:lnTo>
                <a:cubicBezTo>
                  <a:pt x="3185827" y="0"/>
                  <a:pt x="0" y="0"/>
                  <a:pt x="0" y="0"/>
                </a:cubicBezTo>
                <a:lnTo>
                  <a:pt x="0" y="338829"/>
                </a:lnTo>
                <a:cubicBezTo>
                  <a:pt x="0" y="1738140"/>
                  <a:pt x="1144891" y="2883032"/>
                  <a:pt x="2544203" y="2883032"/>
                </a:cubicBezTo>
                <a:close/>
              </a:path>
            </a:pathLst>
          </a:custGeom>
          <a:solidFill>
            <a:srgbClr val="0366FF">
              <a:alpha val="3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3C74F88-CBEE-F3E1-88DE-9AFE59A7DF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8587" y="6117112"/>
            <a:ext cx="504825" cy="552450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87E131-D314-2CAA-47DC-F1E10B51FE28}"/>
              </a:ext>
            </a:extLst>
          </p:cNvPr>
          <p:cNvSpPr/>
          <p:nvPr userDrawn="1"/>
        </p:nvSpPr>
        <p:spPr>
          <a:xfrm flipH="1" flipV="1">
            <a:off x="8101534" y="2004293"/>
            <a:ext cx="2107444" cy="1907186"/>
          </a:xfrm>
          <a:custGeom>
            <a:avLst/>
            <a:gdLst>
              <a:gd name="connsiteX0" fmla="*/ 417843 w 2074935"/>
              <a:gd name="connsiteY0" fmla="*/ 0 h 1877766"/>
              <a:gd name="connsiteX1" fmla="*/ 0 w 2074935"/>
              <a:gd name="connsiteY1" fmla="*/ 0 h 1877766"/>
              <a:gd name="connsiteX2" fmla="*/ 0 w 2074935"/>
              <a:gd name="connsiteY2" fmla="*/ 1877767 h 1877766"/>
              <a:gd name="connsiteX3" fmla="*/ 2074935 w 2074935"/>
              <a:gd name="connsiteY3" fmla="*/ 1877767 h 1877766"/>
              <a:gd name="connsiteX4" fmla="*/ 2074935 w 2074935"/>
              <a:gd name="connsiteY4" fmla="*/ 1657093 h 1877766"/>
              <a:gd name="connsiteX5" fmla="*/ 417843 w 2074935"/>
              <a:gd name="connsiteY5" fmla="*/ 0 h 187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74935" h="1877766">
                <a:moveTo>
                  <a:pt x="417843" y="0"/>
                </a:moveTo>
                <a:lnTo>
                  <a:pt x="0" y="0"/>
                </a:lnTo>
                <a:cubicBezTo>
                  <a:pt x="0" y="0"/>
                  <a:pt x="0" y="1877767"/>
                  <a:pt x="0" y="1877767"/>
                </a:cubicBezTo>
                <a:lnTo>
                  <a:pt x="2074935" y="1877767"/>
                </a:lnTo>
                <a:cubicBezTo>
                  <a:pt x="2074935" y="1877767"/>
                  <a:pt x="2074935" y="1657093"/>
                  <a:pt x="2074935" y="1657093"/>
                </a:cubicBezTo>
                <a:cubicBezTo>
                  <a:pt x="2074935" y="745648"/>
                  <a:pt x="1329190" y="0"/>
                  <a:pt x="417843" y="0"/>
                </a:cubicBezTo>
                <a:close/>
              </a:path>
            </a:pathLst>
          </a:custGeom>
          <a:solidFill>
            <a:schemeClr val="accent3"/>
          </a:solidFill>
          <a:ln w="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7" name="Graphic 4">
            <a:extLst>
              <a:ext uri="{FF2B5EF4-FFF2-40B4-BE49-F238E27FC236}">
                <a16:creationId xmlns:a16="http://schemas.microsoft.com/office/drawing/2014/main" id="{34E1C845-808B-5601-2B7E-AE9AE3740430}"/>
              </a:ext>
            </a:extLst>
          </p:cNvPr>
          <p:cNvGrpSpPr/>
          <p:nvPr userDrawn="1"/>
        </p:nvGrpSpPr>
        <p:grpSpPr>
          <a:xfrm flipH="1" flipV="1">
            <a:off x="6631380" y="995985"/>
            <a:ext cx="4605245" cy="4167637"/>
            <a:chOff x="7648082" y="1376403"/>
            <a:chExt cx="4534204" cy="4103346"/>
          </a:xfrm>
          <a:noFill/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365C319-1459-9B67-4900-C2422BD8E0DA}"/>
                </a:ext>
              </a:extLst>
            </p:cNvPr>
            <p:cNvSpPr/>
            <p:nvPr/>
          </p:nvSpPr>
          <p:spPr>
            <a:xfrm>
              <a:off x="8530292" y="2443252"/>
              <a:ext cx="2399924" cy="2171868"/>
            </a:xfrm>
            <a:custGeom>
              <a:avLst/>
              <a:gdLst>
                <a:gd name="connsiteX0" fmla="*/ 483209 w 2399924"/>
                <a:gd name="connsiteY0" fmla="*/ 0 h 2171868"/>
                <a:gd name="connsiteX1" fmla="*/ 0 w 2399924"/>
                <a:gd name="connsiteY1" fmla="*/ 0 h 2171868"/>
                <a:gd name="connsiteX2" fmla="*/ 0 w 2399924"/>
                <a:gd name="connsiteY2" fmla="*/ 2171869 h 2171868"/>
                <a:gd name="connsiteX3" fmla="*/ 2399924 w 2399924"/>
                <a:gd name="connsiteY3" fmla="*/ 2171869 h 2171868"/>
                <a:gd name="connsiteX4" fmla="*/ 2399924 w 2399924"/>
                <a:gd name="connsiteY4" fmla="*/ 1916715 h 2171868"/>
                <a:gd name="connsiteX5" fmla="*/ 483307 w 2399924"/>
                <a:gd name="connsiteY5" fmla="*/ 97 h 2171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9924" h="2171868">
                  <a:moveTo>
                    <a:pt x="483209" y="0"/>
                  </a:moveTo>
                  <a:lnTo>
                    <a:pt x="0" y="0"/>
                  </a:lnTo>
                  <a:cubicBezTo>
                    <a:pt x="0" y="0"/>
                    <a:pt x="0" y="2171869"/>
                    <a:pt x="0" y="2171869"/>
                  </a:cubicBezTo>
                  <a:lnTo>
                    <a:pt x="2399924" y="2171869"/>
                  </a:lnTo>
                  <a:cubicBezTo>
                    <a:pt x="2399924" y="2171869"/>
                    <a:pt x="2399924" y="1916715"/>
                    <a:pt x="2399924" y="1916715"/>
                  </a:cubicBezTo>
                  <a:cubicBezTo>
                    <a:pt x="2399924" y="862590"/>
                    <a:pt x="1537432" y="97"/>
                    <a:pt x="483307" y="97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2159866-CB6A-C839-13AE-22E86CF7C24E}"/>
                </a:ext>
              </a:extLst>
            </p:cNvPr>
            <p:cNvSpPr/>
            <p:nvPr/>
          </p:nvSpPr>
          <p:spPr>
            <a:xfrm>
              <a:off x="8450064" y="2346222"/>
              <a:ext cx="2593887" cy="2347475"/>
            </a:xfrm>
            <a:custGeom>
              <a:avLst/>
              <a:gdLst>
                <a:gd name="connsiteX0" fmla="*/ 522352 w 2593887"/>
                <a:gd name="connsiteY0" fmla="*/ 0 h 2347475"/>
                <a:gd name="connsiteX1" fmla="*/ 0 w 2593887"/>
                <a:gd name="connsiteY1" fmla="*/ 0 h 2347475"/>
                <a:gd name="connsiteX2" fmla="*/ 0 w 2593887"/>
                <a:gd name="connsiteY2" fmla="*/ 2347475 h 2347475"/>
                <a:gd name="connsiteX3" fmla="*/ 2593888 w 2593887"/>
                <a:gd name="connsiteY3" fmla="*/ 2347475 h 2347475"/>
                <a:gd name="connsiteX4" fmla="*/ 2593888 w 2593887"/>
                <a:gd name="connsiteY4" fmla="*/ 2071633 h 2347475"/>
                <a:gd name="connsiteX5" fmla="*/ 522255 w 2593887"/>
                <a:gd name="connsiteY5" fmla="*/ 0 h 2347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93887" h="2347475">
                  <a:moveTo>
                    <a:pt x="522352" y="0"/>
                  </a:moveTo>
                  <a:lnTo>
                    <a:pt x="0" y="0"/>
                  </a:lnTo>
                  <a:cubicBezTo>
                    <a:pt x="0" y="0"/>
                    <a:pt x="0" y="2347475"/>
                    <a:pt x="0" y="2347475"/>
                  </a:cubicBezTo>
                  <a:lnTo>
                    <a:pt x="2593888" y="2347475"/>
                  </a:lnTo>
                  <a:cubicBezTo>
                    <a:pt x="2593888" y="2347475"/>
                    <a:pt x="2593888" y="2071633"/>
                    <a:pt x="2593888" y="2071633"/>
                  </a:cubicBezTo>
                  <a:cubicBezTo>
                    <a:pt x="2593888" y="932230"/>
                    <a:pt x="1661658" y="0"/>
                    <a:pt x="522255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9F30909-7351-CC52-AD47-DC0F1719BF2D}"/>
                </a:ext>
              </a:extLst>
            </p:cNvPr>
            <p:cNvSpPr/>
            <p:nvPr/>
          </p:nvSpPr>
          <p:spPr>
            <a:xfrm>
              <a:off x="8369837" y="2249289"/>
              <a:ext cx="2787948" cy="2522984"/>
            </a:xfrm>
            <a:custGeom>
              <a:avLst/>
              <a:gdLst>
                <a:gd name="connsiteX0" fmla="*/ 561397 w 2787948"/>
                <a:gd name="connsiteY0" fmla="*/ 0 h 2522984"/>
                <a:gd name="connsiteX1" fmla="*/ 0 w 2787948"/>
                <a:gd name="connsiteY1" fmla="*/ 0 h 2522984"/>
                <a:gd name="connsiteX2" fmla="*/ 0 w 2787948"/>
                <a:gd name="connsiteY2" fmla="*/ 2522985 h 2522984"/>
                <a:gd name="connsiteX3" fmla="*/ 2787949 w 2787948"/>
                <a:gd name="connsiteY3" fmla="*/ 2522985 h 2522984"/>
                <a:gd name="connsiteX4" fmla="*/ 2787949 w 2787948"/>
                <a:gd name="connsiteY4" fmla="*/ 2226552 h 2522984"/>
                <a:gd name="connsiteX5" fmla="*/ 561397 w 2787948"/>
                <a:gd name="connsiteY5" fmla="*/ 0 h 2522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87948" h="2522984">
                  <a:moveTo>
                    <a:pt x="561397" y="0"/>
                  </a:moveTo>
                  <a:lnTo>
                    <a:pt x="0" y="0"/>
                  </a:lnTo>
                  <a:cubicBezTo>
                    <a:pt x="0" y="0"/>
                    <a:pt x="0" y="2522985"/>
                    <a:pt x="0" y="2522985"/>
                  </a:cubicBezTo>
                  <a:lnTo>
                    <a:pt x="2787949" y="2522985"/>
                  </a:lnTo>
                  <a:cubicBezTo>
                    <a:pt x="2787949" y="2522985"/>
                    <a:pt x="2787949" y="2226552"/>
                    <a:pt x="2787949" y="2226552"/>
                  </a:cubicBezTo>
                  <a:cubicBezTo>
                    <a:pt x="2787949" y="1001968"/>
                    <a:pt x="1785981" y="0"/>
                    <a:pt x="561397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F0931AF-A759-931D-1D54-6BA4FE51332E}"/>
                </a:ext>
              </a:extLst>
            </p:cNvPr>
            <p:cNvSpPr/>
            <p:nvPr/>
          </p:nvSpPr>
          <p:spPr>
            <a:xfrm>
              <a:off x="8289707" y="2152161"/>
              <a:ext cx="2982009" cy="2698688"/>
            </a:xfrm>
            <a:custGeom>
              <a:avLst/>
              <a:gdLst>
                <a:gd name="connsiteX0" fmla="*/ 600442 w 2982009"/>
                <a:gd name="connsiteY0" fmla="*/ 97 h 2698688"/>
                <a:gd name="connsiteX1" fmla="*/ 0 w 2982009"/>
                <a:gd name="connsiteY1" fmla="*/ 97 h 2698688"/>
                <a:gd name="connsiteX2" fmla="*/ 0 w 2982009"/>
                <a:gd name="connsiteY2" fmla="*/ 2698689 h 2698688"/>
                <a:gd name="connsiteX3" fmla="*/ 2982009 w 2982009"/>
                <a:gd name="connsiteY3" fmla="*/ 2698689 h 2698688"/>
                <a:gd name="connsiteX4" fmla="*/ 2982009 w 2982009"/>
                <a:gd name="connsiteY4" fmla="*/ 2381567 h 2698688"/>
                <a:gd name="connsiteX5" fmla="*/ 600442 w 2982009"/>
                <a:gd name="connsiteY5" fmla="*/ 0 h 2698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82009" h="2698688">
                  <a:moveTo>
                    <a:pt x="600442" y="97"/>
                  </a:moveTo>
                  <a:lnTo>
                    <a:pt x="0" y="97"/>
                  </a:lnTo>
                  <a:cubicBezTo>
                    <a:pt x="0" y="97"/>
                    <a:pt x="0" y="2698689"/>
                    <a:pt x="0" y="2698689"/>
                  </a:cubicBezTo>
                  <a:lnTo>
                    <a:pt x="2982009" y="2698689"/>
                  </a:lnTo>
                  <a:cubicBezTo>
                    <a:pt x="2982009" y="2698689"/>
                    <a:pt x="2982009" y="2381567"/>
                    <a:pt x="2982009" y="2381567"/>
                  </a:cubicBezTo>
                  <a:cubicBezTo>
                    <a:pt x="2982009" y="1071705"/>
                    <a:pt x="1910304" y="0"/>
                    <a:pt x="600442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816F574-8BC7-D7AC-1D88-DE833A637B09}"/>
                </a:ext>
              </a:extLst>
            </p:cNvPr>
            <p:cNvSpPr/>
            <p:nvPr/>
          </p:nvSpPr>
          <p:spPr>
            <a:xfrm>
              <a:off x="8209480" y="2055325"/>
              <a:ext cx="3175972" cy="2874197"/>
            </a:xfrm>
            <a:custGeom>
              <a:avLst/>
              <a:gdLst>
                <a:gd name="connsiteX0" fmla="*/ 639488 w 3175972"/>
                <a:gd name="connsiteY0" fmla="*/ 0 h 2874197"/>
                <a:gd name="connsiteX1" fmla="*/ 0 w 3175972"/>
                <a:gd name="connsiteY1" fmla="*/ 0 h 2874197"/>
                <a:gd name="connsiteX2" fmla="*/ 0 w 3175972"/>
                <a:gd name="connsiteY2" fmla="*/ 2874198 h 2874197"/>
                <a:gd name="connsiteX3" fmla="*/ 3175973 w 3175972"/>
                <a:gd name="connsiteY3" fmla="*/ 2874198 h 2874197"/>
                <a:gd name="connsiteX4" fmla="*/ 3175973 w 3175972"/>
                <a:gd name="connsiteY4" fmla="*/ 2536486 h 2874197"/>
                <a:gd name="connsiteX5" fmla="*/ 639488 w 3175972"/>
                <a:gd name="connsiteY5" fmla="*/ 0 h 2874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5972" h="2874197">
                  <a:moveTo>
                    <a:pt x="639488" y="0"/>
                  </a:moveTo>
                  <a:lnTo>
                    <a:pt x="0" y="0"/>
                  </a:lnTo>
                  <a:cubicBezTo>
                    <a:pt x="0" y="0"/>
                    <a:pt x="0" y="2874198"/>
                    <a:pt x="0" y="2874198"/>
                  </a:cubicBezTo>
                  <a:lnTo>
                    <a:pt x="3175973" y="2874198"/>
                  </a:lnTo>
                  <a:cubicBezTo>
                    <a:pt x="3175973" y="2874198"/>
                    <a:pt x="3175973" y="2536486"/>
                    <a:pt x="3175973" y="2536486"/>
                  </a:cubicBezTo>
                  <a:cubicBezTo>
                    <a:pt x="3175973" y="1141443"/>
                    <a:pt x="2034530" y="0"/>
                    <a:pt x="639488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FDA0745-5885-DD71-E99D-D5D1B0CF86E4}"/>
                </a:ext>
              </a:extLst>
            </p:cNvPr>
            <p:cNvSpPr/>
            <p:nvPr/>
          </p:nvSpPr>
          <p:spPr>
            <a:xfrm>
              <a:off x="8129252" y="1958294"/>
              <a:ext cx="3370033" cy="3049804"/>
            </a:xfrm>
            <a:custGeom>
              <a:avLst/>
              <a:gdLst>
                <a:gd name="connsiteX0" fmla="*/ 678630 w 3370033"/>
                <a:gd name="connsiteY0" fmla="*/ 0 h 3049804"/>
                <a:gd name="connsiteX1" fmla="*/ 0 w 3370033"/>
                <a:gd name="connsiteY1" fmla="*/ 0 h 3049804"/>
                <a:gd name="connsiteX2" fmla="*/ 0 w 3370033"/>
                <a:gd name="connsiteY2" fmla="*/ 3049804 h 3049804"/>
                <a:gd name="connsiteX3" fmla="*/ 3370034 w 3370033"/>
                <a:gd name="connsiteY3" fmla="*/ 3049804 h 3049804"/>
                <a:gd name="connsiteX4" fmla="*/ 3370034 w 3370033"/>
                <a:gd name="connsiteY4" fmla="*/ 2691404 h 3049804"/>
                <a:gd name="connsiteX5" fmla="*/ 678630 w 3370033"/>
                <a:gd name="connsiteY5" fmla="*/ 0 h 3049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70033" h="3049804">
                  <a:moveTo>
                    <a:pt x="678630" y="0"/>
                  </a:moveTo>
                  <a:lnTo>
                    <a:pt x="0" y="0"/>
                  </a:lnTo>
                  <a:cubicBezTo>
                    <a:pt x="0" y="0"/>
                    <a:pt x="0" y="3049804"/>
                    <a:pt x="0" y="3049804"/>
                  </a:cubicBezTo>
                  <a:lnTo>
                    <a:pt x="3370034" y="3049804"/>
                  </a:lnTo>
                  <a:cubicBezTo>
                    <a:pt x="3370034" y="3049804"/>
                    <a:pt x="3370034" y="2691404"/>
                    <a:pt x="3370034" y="2691404"/>
                  </a:cubicBezTo>
                  <a:cubicBezTo>
                    <a:pt x="3370034" y="1211083"/>
                    <a:pt x="2158854" y="0"/>
                    <a:pt x="678630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2BD5391-22D2-56B7-1561-4B7441FCF11E}"/>
                </a:ext>
              </a:extLst>
            </p:cNvPr>
            <p:cNvSpPr/>
            <p:nvPr/>
          </p:nvSpPr>
          <p:spPr>
            <a:xfrm>
              <a:off x="8049122" y="1861361"/>
              <a:ext cx="3564094" cy="3225410"/>
            </a:xfrm>
            <a:custGeom>
              <a:avLst/>
              <a:gdLst>
                <a:gd name="connsiteX0" fmla="*/ 717675 w 3564094"/>
                <a:gd name="connsiteY0" fmla="*/ 0 h 3225410"/>
                <a:gd name="connsiteX1" fmla="*/ 0 w 3564094"/>
                <a:gd name="connsiteY1" fmla="*/ 0 h 3225410"/>
                <a:gd name="connsiteX2" fmla="*/ 0 w 3564094"/>
                <a:gd name="connsiteY2" fmla="*/ 3225411 h 3225410"/>
                <a:gd name="connsiteX3" fmla="*/ 3564095 w 3564094"/>
                <a:gd name="connsiteY3" fmla="*/ 3225411 h 3225410"/>
                <a:gd name="connsiteX4" fmla="*/ 3564095 w 3564094"/>
                <a:gd name="connsiteY4" fmla="*/ 2846420 h 3225410"/>
                <a:gd name="connsiteX5" fmla="*/ 717675 w 3564094"/>
                <a:gd name="connsiteY5" fmla="*/ 0 h 3225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64094" h="3225410">
                  <a:moveTo>
                    <a:pt x="717675" y="0"/>
                  </a:moveTo>
                  <a:lnTo>
                    <a:pt x="0" y="0"/>
                  </a:lnTo>
                  <a:cubicBezTo>
                    <a:pt x="0" y="0"/>
                    <a:pt x="0" y="3225411"/>
                    <a:pt x="0" y="3225411"/>
                  </a:cubicBezTo>
                  <a:lnTo>
                    <a:pt x="3564095" y="3225411"/>
                  </a:lnTo>
                  <a:cubicBezTo>
                    <a:pt x="3564095" y="3225411"/>
                    <a:pt x="3564095" y="2846420"/>
                    <a:pt x="3564095" y="2846420"/>
                  </a:cubicBezTo>
                  <a:cubicBezTo>
                    <a:pt x="3564095" y="1280918"/>
                    <a:pt x="2283177" y="0"/>
                    <a:pt x="717675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C51AE05-5125-9A0C-2234-D4571A7B8751}"/>
                </a:ext>
              </a:extLst>
            </p:cNvPr>
            <p:cNvSpPr/>
            <p:nvPr/>
          </p:nvSpPr>
          <p:spPr>
            <a:xfrm>
              <a:off x="7968895" y="1764331"/>
              <a:ext cx="3758058" cy="3401017"/>
            </a:xfrm>
            <a:custGeom>
              <a:avLst/>
              <a:gdLst>
                <a:gd name="connsiteX0" fmla="*/ 756721 w 3758058"/>
                <a:gd name="connsiteY0" fmla="*/ 0 h 3401017"/>
                <a:gd name="connsiteX1" fmla="*/ 0 w 3758058"/>
                <a:gd name="connsiteY1" fmla="*/ 0 h 3401017"/>
                <a:gd name="connsiteX2" fmla="*/ 0 w 3758058"/>
                <a:gd name="connsiteY2" fmla="*/ 3401018 h 3401017"/>
                <a:gd name="connsiteX3" fmla="*/ 3758058 w 3758058"/>
                <a:gd name="connsiteY3" fmla="*/ 3401018 h 3401017"/>
                <a:gd name="connsiteX4" fmla="*/ 3758058 w 3758058"/>
                <a:gd name="connsiteY4" fmla="*/ 3001435 h 3401017"/>
                <a:gd name="connsiteX5" fmla="*/ 756721 w 3758058"/>
                <a:gd name="connsiteY5" fmla="*/ 97 h 3401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58058" h="3401017">
                  <a:moveTo>
                    <a:pt x="756721" y="0"/>
                  </a:moveTo>
                  <a:lnTo>
                    <a:pt x="0" y="0"/>
                  </a:lnTo>
                  <a:cubicBezTo>
                    <a:pt x="0" y="0"/>
                    <a:pt x="0" y="3401018"/>
                    <a:pt x="0" y="3401018"/>
                  </a:cubicBezTo>
                  <a:lnTo>
                    <a:pt x="3758058" y="3401018"/>
                  </a:lnTo>
                  <a:cubicBezTo>
                    <a:pt x="3758058" y="3401018"/>
                    <a:pt x="3758058" y="3001435"/>
                    <a:pt x="3758058" y="3001435"/>
                  </a:cubicBezTo>
                  <a:cubicBezTo>
                    <a:pt x="3758058" y="1350655"/>
                    <a:pt x="2407403" y="97"/>
                    <a:pt x="756721" y="97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E28954-65CE-131F-B818-C57CE2823510}"/>
                </a:ext>
              </a:extLst>
            </p:cNvPr>
            <p:cNvSpPr/>
            <p:nvPr/>
          </p:nvSpPr>
          <p:spPr>
            <a:xfrm>
              <a:off x="7888667" y="1667300"/>
              <a:ext cx="3952119" cy="3576623"/>
            </a:xfrm>
            <a:custGeom>
              <a:avLst/>
              <a:gdLst>
                <a:gd name="connsiteX0" fmla="*/ 795863 w 3952119"/>
                <a:gd name="connsiteY0" fmla="*/ 97 h 3576623"/>
                <a:gd name="connsiteX1" fmla="*/ 0 w 3952119"/>
                <a:gd name="connsiteY1" fmla="*/ 97 h 3576623"/>
                <a:gd name="connsiteX2" fmla="*/ 0 w 3952119"/>
                <a:gd name="connsiteY2" fmla="*/ 3576624 h 3576623"/>
                <a:gd name="connsiteX3" fmla="*/ 3952119 w 3952119"/>
                <a:gd name="connsiteY3" fmla="*/ 3576624 h 3576623"/>
                <a:gd name="connsiteX4" fmla="*/ 3952119 w 3952119"/>
                <a:gd name="connsiteY4" fmla="*/ 3156353 h 3576623"/>
                <a:gd name="connsiteX5" fmla="*/ 795766 w 3952119"/>
                <a:gd name="connsiteY5" fmla="*/ 0 h 3576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52119" h="3576623">
                  <a:moveTo>
                    <a:pt x="795863" y="97"/>
                  </a:moveTo>
                  <a:lnTo>
                    <a:pt x="0" y="97"/>
                  </a:lnTo>
                  <a:cubicBezTo>
                    <a:pt x="0" y="97"/>
                    <a:pt x="0" y="3576624"/>
                    <a:pt x="0" y="3576624"/>
                  </a:cubicBezTo>
                  <a:lnTo>
                    <a:pt x="3952119" y="3576624"/>
                  </a:lnTo>
                  <a:cubicBezTo>
                    <a:pt x="3952119" y="3576624"/>
                    <a:pt x="3952119" y="3156353"/>
                    <a:pt x="3952119" y="3156353"/>
                  </a:cubicBezTo>
                  <a:cubicBezTo>
                    <a:pt x="3952119" y="1420393"/>
                    <a:pt x="2531726" y="0"/>
                    <a:pt x="795766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C51F013-799A-B6B0-F45A-E627BC708A2E}"/>
                </a:ext>
              </a:extLst>
            </p:cNvPr>
            <p:cNvSpPr/>
            <p:nvPr/>
          </p:nvSpPr>
          <p:spPr>
            <a:xfrm>
              <a:off x="7808537" y="1570367"/>
              <a:ext cx="4146179" cy="3752133"/>
            </a:xfrm>
            <a:custGeom>
              <a:avLst/>
              <a:gdLst>
                <a:gd name="connsiteX0" fmla="*/ 834811 w 4146179"/>
                <a:gd name="connsiteY0" fmla="*/ 0 h 3752133"/>
                <a:gd name="connsiteX1" fmla="*/ 0 w 4146179"/>
                <a:gd name="connsiteY1" fmla="*/ 0 h 3752133"/>
                <a:gd name="connsiteX2" fmla="*/ 0 w 4146179"/>
                <a:gd name="connsiteY2" fmla="*/ 3752134 h 3752133"/>
                <a:gd name="connsiteX3" fmla="*/ 4146180 w 4146179"/>
                <a:gd name="connsiteY3" fmla="*/ 3752134 h 3752133"/>
                <a:gd name="connsiteX4" fmla="*/ 4146180 w 4146179"/>
                <a:gd name="connsiteY4" fmla="*/ 3311272 h 3752133"/>
                <a:gd name="connsiteX5" fmla="*/ 834908 w 4146179"/>
                <a:gd name="connsiteY5" fmla="*/ 0 h 3752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46179" h="3752133">
                  <a:moveTo>
                    <a:pt x="834811" y="0"/>
                  </a:moveTo>
                  <a:lnTo>
                    <a:pt x="0" y="0"/>
                  </a:lnTo>
                  <a:cubicBezTo>
                    <a:pt x="0" y="0"/>
                    <a:pt x="0" y="3752134"/>
                    <a:pt x="0" y="3752134"/>
                  </a:cubicBezTo>
                  <a:lnTo>
                    <a:pt x="4146180" y="3752134"/>
                  </a:lnTo>
                  <a:cubicBezTo>
                    <a:pt x="4146180" y="3752134"/>
                    <a:pt x="4146180" y="3311272"/>
                    <a:pt x="4146180" y="3311272"/>
                  </a:cubicBezTo>
                  <a:cubicBezTo>
                    <a:pt x="4146180" y="1490034"/>
                    <a:pt x="2656147" y="0"/>
                    <a:pt x="834908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B26D6E7-2D9B-14BD-E404-BFE5AE25DAAB}"/>
                </a:ext>
              </a:extLst>
            </p:cNvPr>
            <p:cNvSpPr/>
            <p:nvPr/>
          </p:nvSpPr>
          <p:spPr>
            <a:xfrm>
              <a:off x="7728310" y="1473337"/>
              <a:ext cx="4340143" cy="3927837"/>
            </a:xfrm>
            <a:custGeom>
              <a:avLst/>
              <a:gdLst>
                <a:gd name="connsiteX0" fmla="*/ 873954 w 4340143"/>
                <a:gd name="connsiteY0" fmla="*/ 97 h 3927837"/>
                <a:gd name="connsiteX1" fmla="*/ 0 w 4340143"/>
                <a:gd name="connsiteY1" fmla="*/ 97 h 3927837"/>
                <a:gd name="connsiteX2" fmla="*/ 0 w 4340143"/>
                <a:gd name="connsiteY2" fmla="*/ 3927837 h 3927837"/>
                <a:gd name="connsiteX3" fmla="*/ 4340144 w 4340143"/>
                <a:gd name="connsiteY3" fmla="*/ 3927837 h 3927837"/>
                <a:gd name="connsiteX4" fmla="*/ 4340144 w 4340143"/>
                <a:gd name="connsiteY4" fmla="*/ 3466287 h 3927837"/>
                <a:gd name="connsiteX5" fmla="*/ 873856 w 4340143"/>
                <a:gd name="connsiteY5" fmla="*/ 0 h 3927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40143" h="3927837">
                  <a:moveTo>
                    <a:pt x="873954" y="97"/>
                  </a:moveTo>
                  <a:lnTo>
                    <a:pt x="0" y="97"/>
                  </a:lnTo>
                  <a:cubicBezTo>
                    <a:pt x="0" y="97"/>
                    <a:pt x="0" y="3927837"/>
                    <a:pt x="0" y="3927837"/>
                  </a:cubicBezTo>
                  <a:lnTo>
                    <a:pt x="4340144" y="3927837"/>
                  </a:lnTo>
                  <a:cubicBezTo>
                    <a:pt x="4340144" y="3927837"/>
                    <a:pt x="4340144" y="3466287"/>
                    <a:pt x="4340144" y="3466287"/>
                  </a:cubicBezTo>
                  <a:cubicBezTo>
                    <a:pt x="4340144" y="1559868"/>
                    <a:pt x="2780373" y="0"/>
                    <a:pt x="873856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1A8DCA0-D108-7703-A19B-60B550033138}"/>
                </a:ext>
              </a:extLst>
            </p:cNvPr>
            <p:cNvSpPr/>
            <p:nvPr/>
          </p:nvSpPr>
          <p:spPr>
            <a:xfrm>
              <a:off x="7648082" y="1376403"/>
              <a:ext cx="4534204" cy="4103346"/>
            </a:xfrm>
            <a:custGeom>
              <a:avLst/>
              <a:gdLst>
                <a:gd name="connsiteX0" fmla="*/ 912999 w 4534204"/>
                <a:gd name="connsiteY0" fmla="*/ 0 h 4103346"/>
                <a:gd name="connsiteX1" fmla="*/ 0 w 4534204"/>
                <a:gd name="connsiteY1" fmla="*/ 0 h 4103346"/>
                <a:gd name="connsiteX2" fmla="*/ 0 w 4534204"/>
                <a:gd name="connsiteY2" fmla="*/ 4103347 h 4103346"/>
                <a:gd name="connsiteX3" fmla="*/ 4534205 w 4534204"/>
                <a:gd name="connsiteY3" fmla="*/ 4103347 h 4103346"/>
                <a:gd name="connsiteX4" fmla="*/ 4534205 w 4534204"/>
                <a:gd name="connsiteY4" fmla="*/ 3621206 h 4103346"/>
                <a:gd name="connsiteX5" fmla="*/ 912999 w 4534204"/>
                <a:gd name="connsiteY5" fmla="*/ 0 h 4103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34204" h="4103346">
                  <a:moveTo>
                    <a:pt x="912999" y="0"/>
                  </a:moveTo>
                  <a:lnTo>
                    <a:pt x="0" y="0"/>
                  </a:lnTo>
                  <a:cubicBezTo>
                    <a:pt x="0" y="0"/>
                    <a:pt x="0" y="4103347"/>
                    <a:pt x="0" y="4103347"/>
                  </a:cubicBezTo>
                  <a:lnTo>
                    <a:pt x="4534205" y="4103347"/>
                  </a:lnTo>
                  <a:cubicBezTo>
                    <a:pt x="4534205" y="4103347"/>
                    <a:pt x="4534205" y="3621206"/>
                    <a:pt x="4534205" y="3621206"/>
                  </a:cubicBezTo>
                  <a:cubicBezTo>
                    <a:pt x="4534205" y="1629509"/>
                    <a:pt x="2904696" y="0"/>
                    <a:pt x="912999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94A18471-8279-D2BD-A87C-F3929C62AC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59398" y="2246255"/>
            <a:ext cx="3680538" cy="3330822"/>
          </a:xfrm>
          <a:custGeom>
            <a:avLst/>
            <a:gdLst>
              <a:gd name="connsiteX0" fmla="*/ 0 w 3623762"/>
              <a:gd name="connsiteY0" fmla="*/ 0 h 3279440"/>
              <a:gd name="connsiteX1" fmla="*/ 3623762 w 3623762"/>
              <a:gd name="connsiteY1" fmla="*/ 0 h 3279440"/>
              <a:gd name="connsiteX2" fmla="*/ 3623762 w 3623762"/>
              <a:gd name="connsiteY2" fmla="*/ 3279333 h 3279440"/>
              <a:gd name="connsiteX3" fmla="*/ 2894067 w 3623762"/>
              <a:gd name="connsiteY3" fmla="*/ 3279333 h 3279440"/>
              <a:gd name="connsiteX4" fmla="*/ 2894067 w 3623762"/>
              <a:gd name="connsiteY4" fmla="*/ 3279440 h 3279440"/>
              <a:gd name="connsiteX5" fmla="*/ 0 w 3623762"/>
              <a:gd name="connsiteY5" fmla="*/ 385375 h 3279440"/>
              <a:gd name="connsiteX6" fmla="*/ 0 w 3623762"/>
              <a:gd name="connsiteY6" fmla="*/ 0 h 3279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23762" h="3279440">
                <a:moveTo>
                  <a:pt x="0" y="0"/>
                </a:moveTo>
                <a:lnTo>
                  <a:pt x="3623762" y="0"/>
                </a:lnTo>
                <a:cubicBezTo>
                  <a:pt x="3623762" y="0"/>
                  <a:pt x="3623762" y="3279333"/>
                  <a:pt x="3623762" y="3279333"/>
                </a:cubicBezTo>
                <a:lnTo>
                  <a:pt x="2894067" y="3279333"/>
                </a:lnTo>
                <a:lnTo>
                  <a:pt x="2894067" y="3279440"/>
                </a:lnTo>
                <a:cubicBezTo>
                  <a:pt x="1302277" y="3279440"/>
                  <a:pt x="0" y="1977056"/>
                  <a:pt x="0" y="385375"/>
                </a:cubicBezTo>
                <a:cubicBezTo>
                  <a:pt x="0" y="385375"/>
                  <a:pt x="0" y="0"/>
                  <a:pt x="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86BBF8F-B8DC-ADC4-090F-93E56E33656F}"/>
              </a:ext>
            </a:extLst>
          </p:cNvPr>
          <p:cNvGrpSpPr/>
          <p:nvPr userDrawn="1"/>
        </p:nvGrpSpPr>
        <p:grpSpPr>
          <a:xfrm>
            <a:off x="11558587" y="3429000"/>
            <a:ext cx="504825" cy="3240562"/>
            <a:chOff x="11558587" y="3429000"/>
            <a:chExt cx="504825" cy="3240562"/>
          </a:xfrm>
          <a:noFill/>
        </p:grpSpPr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6C817E87-37D1-907A-EC0C-17E0A1FD9F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1F2B8BC-7A0A-5981-70EF-5E8172A7D264}"/>
                </a:ext>
              </a:extLst>
            </p:cNvPr>
            <p:cNvSpPr txBox="1"/>
            <p:nvPr userDrawn="1"/>
          </p:nvSpPr>
          <p:spPr>
            <a:xfrm rot="16200000">
              <a:off x="10561658" y="4524452"/>
              <a:ext cx="249868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3B60EC4-B7E2-0F19-7556-4D251C975D50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5100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e-up of a group of glass containers&#10;&#10;AI-generated content may be incorrect.">
            <a:extLst>
              <a:ext uri="{FF2B5EF4-FFF2-40B4-BE49-F238E27FC236}">
                <a16:creationId xmlns:a16="http://schemas.microsoft.com/office/drawing/2014/main" id="{F1CB07E2-B7B0-E917-3452-6485116468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667001" y="-2667000"/>
            <a:ext cx="6858002" cy="1219200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8F036F-B73B-206A-778C-8CA7CA425315}"/>
              </a:ext>
            </a:extLst>
          </p:cNvPr>
          <p:cNvCxnSpPr/>
          <p:nvPr userDrawn="1"/>
        </p:nvCxnSpPr>
        <p:spPr>
          <a:xfrm>
            <a:off x="10274536" y="6504628"/>
            <a:ext cx="1284051" cy="0"/>
          </a:xfrm>
          <a:prstGeom prst="line">
            <a:avLst/>
          </a:prstGeom>
          <a:ln w="2857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0900D4C8-3F2F-6B7B-1B41-661B4D502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44" y="3264375"/>
            <a:ext cx="4566307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F1FA5D4-834B-B7DB-0D7C-F8B8C92FF4F7}"/>
              </a:ext>
            </a:extLst>
          </p:cNvPr>
          <p:cNvGrpSpPr/>
          <p:nvPr userDrawn="1"/>
        </p:nvGrpSpPr>
        <p:grpSpPr>
          <a:xfrm>
            <a:off x="11558587" y="3429000"/>
            <a:ext cx="504825" cy="3240562"/>
            <a:chOff x="11558587" y="3429000"/>
            <a:chExt cx="504825" cy="3240562"/>
          </a:xfrm>
          <a:noFill/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02133ED4-988D-D493-5518-B6B096AEAC2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B2C70A3-2629-E214-6F86-4E3AEBCA6518}"/>
                </a:ext>
              </a:extLst>
            </p:cNvPr>
            <p:cNvSpPr txBox="1"/>
            <p:nvPr userDrawn="1"/>
          </p:nvSpPr>
          <p:spPr>
            <a:xfrm rot="16200000">
              <a:off x="10561658" y="4524452"/>
              <a:ext cx="249868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AB45DD6-2169-C308-D859-B9FCC208DD89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Graphic 8">
            <a:extLst>
              <a:ext uri="{FF2B5EF4-FFF2-40B4-BE49-F238E27FC236}">
                <a16:creationId xmlns:a16="http://schemas.microsoft.com/office/drawing/2014/main" id="{E1CBD87B-A4E1-EB65-94CC-E92F6962B0B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558587" y="6123547"/>
            <a:ext cx="504825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3227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6512D8-4A24-7606-C8C8-CB9B880B0DFD}"/>
              </a:ext>
            </a:extLst>
          </p:cNvPr>
          <p:cNvGrpSpPr/>
          <p:nvPr userDrawn="1"/>
        </p:nvGrpSpPr>
        <p:grpSpPr>
          <a:xfrm>
            <a:off x="10095861" y="6117112"/>
            <a:ext cx="1967551" cy="552450"/>
            <a:chOff x="10095861" y="6117112"/>
            <a:chExt cx="1967551" cy="552450"/>
          </a:xfrm>
          <a:solidFill>
            <a:schemeClr val="bg1"/>
          </a:solidFill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702A7DF9-B37B-389F-B4E6-5743B1679C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0EB226B-2AD6-AE1D-6396-CF295B80C27D}"/>
                </a:ext>
              </a:extLst>
            </p:cNvPr>
            <p:cNvSpPr txBox="1"/>
            <p:nvPr userDrawn="1"/>
          </p:nvSpPr>
          <p:spPr>
            <a:xfrm>
              <a:off x="10095861" y="6398464"/>
              <a:ext cx="153829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5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64409FA-1683-078F-E2BC-BE0F2F4A7195}"/>
              </a:ext>
            </a:extLst>
          </p:cNvPr>
          <p:cNvCxnSpPr/>
          <p:nvPr userDrawn="1"/>
        </p:nvCxnSpPr>
        <p:spPr>
          <a:xfrm>
            <a:off x="10274536" y="6504628"/>
            <a:ext cx="1284051" cy="0"/>
          </a:xfrm>
          <a:prstGeom prst="line">
            <a:avLst/>
          </a:prstGeom>
          <a:ln w="2857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FF9474E-02B0-3098-EB0B-DA2342976B4D}"/>
              </a:ext>
            </a:extLst>
          </p:cNvPr>
          <p:cNvCxnSpPr>
            <a:cxnSpLocks/>
          </p:cNvCxnSpPr>
          <p:nvPr userDrawn="1"/>
        </p:nvCxnSpPr>
        <p:spPr>
          <a:xfrm>
            <a:off x="10161224" y="6652380"/>
            <a:ext cx="139736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blue and purple wavy line&#10;&#10;AI-generated content may be incorrect.">
            <a:extLst>
              <a:ext uri="{FF2B5EF4-FFF2-40B4-BE49-F238E27FC236}">
                <a16:creationId xmlns:a16="http://schemas.microsoft.com/office/drawing/2014/main" id="{F82627BD-2194-EE22-0CF0-BD316FB6441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C420F0F8-0D58-5C5B-5281-125C1B16ECFD}"/>
              </a:ext>
            </a:extLst>
          </p:cNvPr>
          <p:cNvSpPr txBox="1">
            <a:spLocks/>
          </p:cNvSpPr>
          <p:nvPr userDrawn="1"/>
        </p:nvSpPr>
        <p:spPr>
          <a:xfrm>
            <a:off x="579657" y="483467"/>
            <a:ext cx="5640559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bg1"/>
                </a:solidFill>
                <a:latin typeface="Poppins Medium" panose="00000600000000000000" pitchFamily="2" charset="0"/>
                <a:ea typeface="+mj-ea"/>
                <a:cs typeface="Poppins Medium" panose="000006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F2DDD0E-CFBF-2A1A-85C6-78DB4254DEE7}"/>
              </a:ext>
            </a:extLst>
          </p:cNvPr>
          <p:cNvGrpSpPr/>
          <p:nvPr userDrawn="1"/>
        </p:nvGrpSpPr>
        <p:grpSpPr>
          <a:xfrm>
            <a:off x="11558587" y="3429000"/>
            <a:ext cx="504825" cy="3240562"/>
            <a:chOff x="11558587" y="3429000"/>
            <a:chExt cx="504825" cy="3240562"/>
          </a:xfrm>
          <a:noFill/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AAFB9CBA-BCE5-2DA2-8162-FF8B4C772C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41815C-EFFB-B78F-B4DC-657BFCA333B3}"/>
                </a:ext>
              </a:extLst>
            </p:cNvPr>
            <p:cNvSpPr txBox="1"/>
            <p:nvPr userDrawn="1"/>
          </p:nvSpPr>
          <p:spPr>
            <a:xfrm rot="16200000">
              <a:off x="10561658" y="4524452"/>
              <a:ext cx="249868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A703ED1-E747-0ED8-C498-4334DDA8AF2B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Graphic 12">
            <a:extLst>
              <a:ext uri="{FF2B5EF4-FFF2-40B4-BE49-F238E27FC236}">
                <a16:creationId xmlns:a16="http://schemas.microsoft.com/office/drawing/2014/main" id="{02FAD78F-C794-A499-B33E-7568613E73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0350" y="6139150"/>
            <a:ext cx="504825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5398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F324C-8ACB-22A5-D15F-C75A98C4E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722856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A489582-B189-A9E8-8FDE-23D44899C8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31405" y="433633"/>
            <a:ext cx="5553585" cy="5611908"/>
          </a:xfrm>
          <a:prstGeom prst="rect">
            <a:avLst/>
          </a:prstGeom>
        </p:spPr>
      </p:pic>
      <p:sp>
        <p:nvSpPr>
          <p:cNvPr id="4" name="Picture Placeholder 70">
            <a:extLst>
              <a:ext uri="{FF2B5EF4-FFF2-40B4-BE49-F238E27FC236}">
                <a16:creationId xmlns:a16="http://schemas.microsoft.com/office/drawing/2014/main" id="{A29F5D11-F0EB-D315-ACF8-3E612C13B1B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01110" y="1939139"/>
            <a:ext cx="4504697" cy="4553736"/>
          </a:xfrm>
          <a:custGeom>
            <a:avLst/>
            <a:gdLst>
              <a:gd name="connsiteX0" fmla="*/ 2659033 w 3998174"/>
              <a:gd name="connsiteY0" fmla="*/ 0 h 4041699"/>
              <a:gd name="connsiteX1" fmla="*/ 3998174 w 3998174"/>
              <a:gd name="connsiteY1" fmla="*/ 0 h 4041699"/>
              <a:gd name="connsiteX2" fmla="*/ 3998174 w 3998174"/>
              <a:gd name="connsiteY2" fmla="*/ 4041699 h 4041699"/>
              <a:gd name="connsiteX3" fmla="*/ 1090763 w 3998174"/>
              <a:gd name="connsiteY3" fmla="*/ 4041699 h 4041699"/>
              <a:gd name="connsiteX4" fmla="*/ 1085848 w 3998174"/>
              <a:gd name="connsiteY4" fmla="*/ 3822541 h 4041699"/>
              <a:gd name="connsiteX5" fmla="*/ 238552 w 3998174"/>
              <a:gd name="connsiteY5" fmla="*/ 1328646 h 4041699"/>
              <a:gd name="connsiteX6" fmla="*/ 0 w 3998174"/>
              <a:gd name="connsiteY6" fmla="*/ 998002 h 4041699"/>
              <a:gd name="connsiteX7" fmla="*/ 0 w 3998174"/>
              <a:gd name="connsiteY7" fmla="*/ 997999 h 4041699"/>
              <a:gd name="connsiteX8" fmla="*/ 276566 w 3998174"/>
              <a:gd name="connsiteY8" fmla="*/ 776711 h 4041699"/>
              <a:gd name="connsiteX9" fmla="*/ 2659033 w 3998174"/>
              <a:gd name="connsiteY9" fmla="*/ 0 h 4041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98174" h="4041699">
                <a:moveTo>
                  <a:pt x="2659033" y="0"/>
                </a:moveTo>
                <a:lnTo>
                  <a:pt x="3998174" y="0"/>
                </a:lnTo>
                <a:lnTo>
                  <a:pt x="3998174" y="4041699"/>
                </a:lnTo>
                <a:lnTo>
                  <a:pt x="1090763" y="4041699"/>
                </a:lnTo>
                <a:lnTo>
                  <a:pt x="1085848" y="3822541"/>
                </a:lnTo>
                <a:cubicBezTo>
                  <a:pt x="1043441" y="2881956"/>
                  <a:pt x="729072" y="2059070"/>
                  <a:pt x="238552" y="1328646"/>
                </a:cubicBezTo>
                <a:lnTo>
                  <a:pt x="0" y="998002"/>
                </a:lnTo>
                <a:lnTo>
                  <a:pt x="0" y="997999"/>
                </a:lnTo>
                <a:lnTo>
                  <a:pt x="276566" y="776711"/>
                </a:lnTo>
                <a:cubicBezTo>
                  <a:pt x="944682" y="288344"/>
                  <a:pt x="1768167" y="0"/>
                  <a:pt x="265903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8507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435F0B9-D817-FD68-8C37-CB9F7EF8B3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87675" y="-284409"/>
            <a:ext cx="12693303" cy="714240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AACF39A-EA1F-2542-9FB4-61FC33E25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90BFAD0-FB8C-C9FA-E7BD-585D364E45A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 flipV="1">
            <a:off x="6901429" y="1690688"/>
            <a:ext cx="4555281" cy="412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219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594AE8-B731-53ED-A268-E6F75EF93726}"/>
              </a:ext>
            </a:extLst>
          </p:cNvPr>
          <p:cNvSpPr/>
          <p:nvPr userDrawn="1"/>
        </p:nvSpPr>
        <p:spPr>
          <a:xfrm>
            <a:off x="-65975" y="3302000"/>
            <a:ext cx="11597633" cy="355599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58C8F2-88E3-DEF6-7A2E-4B38B6FDE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41491"/>
            <a:ext cx="5795193" cy="2852737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1E7C1990-4C55-516B-A96A-DD2011C6E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3985247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B9B9FC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5153C4C-5329-992D-9290-5CA19D6C7FF1}"/>
              </a:ext>
            </a:extLst>
          </p:cNvPr>
          <p:cNvSpPr/>
          <p:nvPr userDrawn="1"/>
        </p:nvSpPr>
        <p:spPr>
          <a:xfrm>
            <a:off x="8050998" y="441491"/>
            <a:ext cx="3185827" cy="2883031"/>
          </a:xfrm>
          <a:custGeom>
            <a:avLst/>
            <a:gdLst>
              <a:gd name="connsiteX0" fmla="*/ 641426 w 3185827"/>
              <a:gd name="connsiteY0" fmla="*/ 0 h 2883031"/>
              <a:gd name="connsiteX1" fmla="*/ 0 w 3185827"/>
              <a:gd name="connsiteY1" fmla="*/ 0 h 2883031"/>
              <a:gd name="connsiteX2" fmla="*/ 0 w 3185827"/>
              <a:gd name="connsiteY2" fmla="*/ 2883032 h 2883031"/>
              <a:gd name="connsiteX3" fmla="*/ 3185827 w 3185827"/>
              <a:gd name="connsiteY3" fmla="*/ 2883032 h 2883031"/>
              <a:gd name="connsiteX4" fmla="*/ 3185827 w 3185827"/>
              <a:gd name="connsiteY4" fmla="*/ 2544203 h 2883031"/>
              <a:gd name="connsiteX5" fmla="*/ 641426 w 3185827"/>
              <a:gd name="connsiteY5" fmla="*/ 0 h 2883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5827" h="2883031">
                <a:moveTo>
                  <a:pt x="641426" y="0"/>
                </a:moveTo>
                <a:lnTo>
                  <a:pt x="0" y="0"/>
                </a:lnTo>
                <a:cubicBezTo>
                  <a:pt x="0" y="0"/>
                  <a:pt x="0" y="2883032"/>
                  <a:pt x="0" y="2883032"/>
                </a:cubicBezTo>
                <a:lnTo>
                  <a:pt x="3185827" y="2883032"/>
                </a:lnTo>
                <a:cubicBezTo>
                  <a:pt x="3185827" y="2883032"/>
                  <a:pt x="3185827" y="2544203"/>
                  <a:pt x="3185827" y="2544203"/>
                </a:cubicBezTo>
                <a:cubicBezTo>
                  <a:pt x="3185827" y="1144891"/>
                  <a:pt x="2040737" y="0"/>
                  <a:pt x="641426" y="0"/>
                </a:cubicBezTo>
                <a:close/>
              </a:path>
            </a:pathLst>
          </a:custGeom>
          <a:solidFill>
            <a:schemeClr val="accent3">
              <a:alpha val="30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AD1AF69-696E-89D8-3289-AAF624999AE7}"/>
              </a:ext>
            </a:extLst>
          </p:cNvPr>
          <p:cNvSpPr/>
          <p:nvPr userDrawn="1"/>
        </p:nvSpPr>
        <p:spPr>
          <a:xfrm>
            <a:off x="8050798" y="3324522"/>
            <a:ext cx="3185827" cy="2883031"/>
          </a:xfrm>
          <a:custGeom>
            <a:avLst/>
            <a:gdLst>
              <a:gd name="connsiteX0" fmla="*/ 2544402 w 3185827"/>
              <a:gd name="connsiteY0" fmla="*/ 2883032 h 2883031"/>
              <a:gd name="connsiteX1" fmla="*/ 3185827 w 3185827"/>
              <a:gd name="connsiteY1" fmla="*/ 2883032 h 2883031"/>
              <a:gd name="connsiteX2" fmla="*/ 3185827 w 3185827"/>
              <a:gd name="connsiteY2" fmla="*/ 0 h 2883031"/>
              <a:gd name="connsiteX3" fmla="*/ 0 w 3185827"/>
              <a:gd name="connsiteY3" fmla="*/ 0 h 2883031"/>
              <a:gd name="connsiteX4" fmla="*/ 0 w 3185827"/>
              <a:gd name="connsiteY4" fmla="*/ 338829 h 2883031"/>
              <a:gd name="connsiteX5" fmla="*/ 2544203 w 3185827"/>
              <a:gd name="connsiteY5" fmla="*/ 2883032 h 2883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5827" h="2883031">
                <a:moveTo>
                  <a:pt x="2544402" y="2883032"/>
                </a:moveTo>
                <a:lnTo>
                  <a:pt x="3185827" y="2883032"/>
                </a:lnTo>
                <a:lnTo>
                  <a:pt x="3185827" y="0"/>
                </a:lnTo>
                <a:cubicBezTo>
                  <a:pt x="3185827" y="0"/>
                  <a:pt x="0" y="0"/>
                  <a:pt x="0" y="0"/>
                </a:cubicBezTo>
                <a:lnTo>
                  <a:pt x="0" y="338829"/>
                </a:lnTo>
                <a:cubicBezTo>
                  <a:pt x="0" y="1738140"/>
                  <a:pt x="1144891" y="2883032"/>
                  <a:pt x="2544203" y="2883032"/>
                </a:cubicBezTo>
                <a:close/>
              </a:path>
            </a:pathLst>
          </a:custGeom>
          <a:solidFill>
            <a:srgbClr val="0366FF">
              <a:alpha val="3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Picture Placeholder 12">
            <a:extLst>
              <a:ext uri="{FF2B5EF4-FFF2-40B4-BE49-F238E27FC236}">
                <a16:creationId xmlns:a16="http://schemas.microsoft.com/office/drawing/2014/main" id="{AB21F52B-5140-C1ED-D7EE-AA12A5A454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76617" y="449264"/>
            <a:ext cx="3168653" cy="5765457"/>
          </a:xfrm>
          <a:custGeom>
            <a:avLst/>
            <a:gdLst>
              <a:gd name="connsiteX0" fmla="*/ 200 w 3168653"/>
              <a:gd name="connsiteY0" fmla="*/ 0 h 5765457"/>
              <a:gd name="connsiteX1" fmla="*/ 653525 w 3168653"/>
              <a:gd name="connsiteY1" fmla="*/ 0 h 5765457"/>
              <a:gd name="connsiteX2" fmla="*/ 900800 w 3168653"/>
              <a:gd name="connsiteY2" fmla="*/ 12593 h 5765457"/>
              <a:gd name="connsiteX3" fmla="*/ 3134091 w 3168653"/>
              <a:gd name="connsiteY3" fmla="*/ 2032520 h 5765457"/>
              <a:gd name="connsiteX4" fmla="*/ 3168653 w 3168653"/>
              <a:gd name="connsiteY4" fmla="*/ 2257290 h 5765457"/>
              <a:gd name="connsiteX5" fmla="*/ 3168653 w 3168653"/>
              <a:gd name="connsiteY5" fmla="*/ 5765457 h 5765457"/>
              <a:gd name="connsiteX6" fmla="*/ 2544402 w 3168653"/>
              <a:gd name="connsiteY6" fmla="*/ 5765457 h 5765457"/>
              <a:gd name="connsiteX7" fmla="*/ 2544203 w 3168653"/>
              <a:gd name="connsiteY7" fmla="*/ 5765457 h 5765457"/>
              <a:gd name="connsiteX8" fmla="*/ 0 w 3168653"/>
              <a:gd name="connsiteY8" fmla="*/ 3221254 h 5765457"/>
              <a:gd name="connsiteX9" fmla="*/ 0 w 3168653"/>
              <a:gd name="connsiteY9" fmla="*/ 2882425 h 5765457"/>
              <a:gd name="connsiteX10" fmla="*/ 200 w 3168653"/>
              <a:gd name="connsiteY10" fmla="*/ 2882425 h 5765457"/>
              <a:gd name="connsiteX11" fmla="*/ 200 w 3168653"/>
              <a:gd name="connsiteY11" fmla="*/ 2874156 h 5765457"/>
              <a:gd name="connsiteX12" fmla="*/ 200 w 3168653"/>
              <a:gd name="connsiteY12" fmla="*/ 7161 h 5765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68653" h="5765457">
                <a:moveTo>
                  <a:pt x="200" y="0"/>
                </a:moveTo>
                <a:lnTo>
                  <a:pt x="653525" y="0"/>
                </a:lnTo>
                <a:lnTo>
                  <a:pt x="900800" y="12593"/>
                </a:lnTo>
                <a:cubicBezTo>
                  <a:pt x="2009094" y="126045"/>
                  <a:pt x="2912804" y="958563"/>
                  <a:pt x="3134091" y="2032520"/>
                </a:cubicBezTo>
                <a:lnTo>
                  <a:pt x="3168653" y="2257290"/>
                </a:lnTo>
                <a:lnTo>
                  <a:pt x="3168653" y="5765457"/>
                </a:lnTo>
                <a:lnTo>
                  <a:pt x="2544402" y="5765457"/>
                </a:lnTo>
                <a:lnTo>
                  <a:pt x="2544203" y="5765457"/>
                </a:lnTo>
                <a:cubicBezTo>
                  <a:pt x="1144891" y="5765457"/>
                  <a:pt x="0" y="4620565"/>
                  <a:pt x="0" y="3221254"/>
                </a:cubicBezTo>
                <a:lnTo>
                  <a:pt x="0" y="2882425"/>
                </a:lnTo>
                <a:lnTo>
                  <a:pt x="200" y="2882425"/>
                </a:lnTo>
                <a:lnTo>
                  <a:pt x="200" y="2874156"/>
                </a:lnTo>
                <a:cubicBezTo>
                  <a:pt x="200" y="2710337"/>
                  <a:pt x="200" y="166021"/>
                  <a:pt x="200" y="7161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0DA9DE-AC7F-9695-F16F-960DAB5C37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8587" y="6117112"/>
            <a:ext cx="504825" cy="55245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118C415-1AD3-68CD-3D0E-F7A3C44311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58587" y="6117112"/>
            <a:ext cx="504825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1342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E6F9D-963A-1B9D-98D0-5F6BF0E0C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528285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5">
            <a:extLst>
              <a:ext uri="{FF2B5EF4-FFF2-40B4-BE49-F238E27FC236}">
                <a16:creationId xmlns:a16="http://schemas.microsoft.com/office/drawing/2014/main" id="{290CCC2A-40EB-0D82-E905-FF557D7F8E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9282" y="4396192"/>
            <a:ext cx="2989451" cy="1741229"/>
          </a:xfrm>
          <a:custGeom>
            <a:avLst/>
            <a:gdLst>
              <a:gd name="connsiteX0" fmla="*/ 0 w 3443649"/>
              <a:gd name="connsiteY0" fmla="*/ 0 h 2005780"/>
              <a:gd name="connsiteX1" fmla="*/ 3443649 w 3443649"/>
              <a:gd name="connsiteY1" fmla="*/ 0 h 2005780"/>
              <a:gd name="connsiteX2" fmla="*/ 3443649 w 3443649"/>
              <a:gd name="connsiteY2" fmla="*/ 2005780 h 2005780"/>
              <a:gd name="connsiteX3" fmla="*/ 0 w 3443649"/>
              <a:gd name="connsiteY3" fmla="*/ 2005780 h 2005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3649" h="2005780">
                <a:moveTo>
                  <a:pt x="0" y="0"/>
                </a:moveTo>
                <a:lnTo>
                  <a:pt x="3443649" y="0"/>
                </a:lnTo>
                <a:lnTo>
                  <a:pt x="3443649" y="2005780"/>
                </a:lnTo>
                <a:lnTo>
                  <a:pt x="0" y="200578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Picture Placeholder 12">
            <a:extLst>
              <a:ext uri="{FF2B5EF4-FFF2-40B4-BE49-F238E27FC236}">
                <a16:creationId xmlns:a16="http://schemas.microsoft.com/office/drawing/2014/main" id="{C31E0CB6-4089-9068-93DB-8071DA5E099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29282" y="2340703"/>
            <a:ext cx="2989451" cy="1741229"/>
          </a:xfrm>
          <a:custGeom>
            <a:avLst/>
            <a:gdLst>
              <a:gd name="connsiteX0" fmla="*/ 0 w 3443649"/>
              <a:gd name="connsiteY0" fmla="*/ 0 h 2005780"/>
              <a:gd name="connsiteX1" fmla="*/ 3443649 w 3443649"/>
              <a:gd name="connsiteY1" fmla="*/ 0 h 2005780"/>
              <a:gd name="connsiteX2" fmla="*/ 3443649 w 3443649"/>
              <a:gd name="connsiteY2" fmla="*/ 2005780 h 2005780"/>
              <a:gd name="connsiteX3" fmla="*/ 0 w 3443649"/>
              <a:gd name="connsiteY3" fmla="*/ 2005780 h 2005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3649" h="2005780">
                <a:moveTo>
                  <a:pt x="0" y="0"/>
                </a:moveTo>
                <a:lnTo>
                  <a:pt x="3443649" y="0"/>
                </a:lnTo>
                <a:lnTo>
                  <a:pt x="3443649" y="2005780"/>
                </a:lnTo>
                <a:lnTo>
                  <a:pt x="0" y="200578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0ADACF33-9F9F-E677-EE4F-2D9B8F4B730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29282" y="369206"/>
            <a:ext cx="2989451" cy="1741229"/>
          </a:xfrm>
          <a:custGeom>
            <a:avLst/>
            <a:gdLst>
              <a:gd name="connsiteX0" fmla="*/ 0 w 3443649"/>
              <a:gd name="connsiteY0" fmla="*/ 0 h 2005780"/>
              <a:gd name="connsiteX1" fmla="*/ 3443649 w 3443649"/>
              <a:gd name="connsiteY1" fmla="*/ 0 h 2005780"/>
              <a:gd name="connsiteX2" fmla="*/ 3443649 w 3443649"/>
              <a:gd name="connsiteY2" fmla="*/ 2005780 h 2005780"/>
              <a:gd name="connsiteX3" fmla="*/ 0 w 3443649"/>
              <a:gd name="connsiteY3" fmla="*/ 2005780 h 2005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3649" h="2005780">
                <a:moveTo>
                  <a:pt x="0" y="0"/>
                </a:moveTo>
                <a:lnTo>
                  <a:pt x="3443649" y="0"/>
                </a:lnTo>
                <a:lnTo>
                  <a:pt x="3443649" y="2005780"/>
                </a:lnTo>
                <a:lnTo>
                  <a:pt x="0" y="200578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938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5DBE7676-D194-3757-6C4A-4A8F2EACE5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946570" y="1486885"/>
            <a:ext cx="2344103" cy="19864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8DCF1B89-2998-7866-72D7-94D8841756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46570" y="3931313"/>
            <a:ext cx="2344103" cy="19864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CFC4595-2E31-2239-8DF7-1CF97AB370A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901326" y="1479028"/>
            <a:ext cx="2344103" cy="19864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2F21ADA-893B-C0F3-E52C-6E3BD116BB8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01326" y="3923456"/>
            <a:ext cx="2344103" cy="19864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3997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7653F31-B3AB-430C-AFA3-86D131772CC2}"/>
              </a:ext>
            </a:extLst>
          </p:cNvPr>
          <p:cNvSpPr/>
          <p:nvPr userDrawn="1"/>
        </p:nvSpPr>
        <p:spPr>
          <a:xfrm>
            <a:off x="8494250" y="405676"/>
            <a:ext cx="3200873" cy="4176409"/>
          </a:xfrm>
          <a:prstGeom prst="roundRect">
            <a:avLst/>
          </a:prstGeom>
          <a:solidFill>
            <a:srgbClr val="8C4FF4"/>
          </a:solidFill>
          <a:ln>
            <a:noFill/>
          </a:ln>
          <a:effectLst>
            <a:glow rad="1574800">
              <a:schemeClr val="accent5">
                <a:alpha val="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FE995FE-E141-4F64-7920-7D05438C9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FE8EDE16-1BE2-53C6-6F0B-83CC3E613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9B0702C-6CC6-15E3-0EA3-4B19A8E40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457D0-2662-53E7-1EC3-61C5B43D47D2}"/>
              </a:ext>
            </a:extLst>
          </p:cNvPr>
          <p:cNvSpPr txBox="1"/>
          <p:nvPr userDrawn="1"/>
        </p:nvSpPr>
        <p:spPr>
          <a:xfrm>
            <a:off x="7806670" y="3910333"/>
            <a:ext cx="286924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i="1">
                <a:solidFill>
                  <a:schemeClr val="accent5"/>
                </a:solidFill>
                <a:latin typeface="+mj-lt"/>
              </a:rPr>
              <a:t>Strategic Planning</a:t>
            </a:r>
            <a:endParaRPr lang="en-US" sz="440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90CB651-754A-63A4-06DE-D4A712935DED}"/>
              </a:ext>
            </a:extLst>
          </p:cNvPr>
          <p:cNvSpPr/>
          <p:nvPr userDrawn="1"/>
        </p:nvSpPr>
        <p:spPr>
          <a:xfrm>
            <a:off x="8223198" y="797541"/>
            <a:ext cx="1467957" cy="39881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  <a:effectLst>
            <a:glow rad="1574800">
              <a:schemeClr val="accent5">
                <a:alpha val="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latin typeface="+mj-lt"/>
              </a:rPr>
              <a:t>2025 plan</a:t>
            </a:r>
          </a:p>
        </p:txBody>
      </p:sp>
    </p:spTree>
    <p:extLst>
      <p:ext uri="{BB962C8B-B14F-4D97-AF65-F5344CB8AC3E}">
        <p14:creationId xmlns:p14="http://schemas.microsoft.com/office/powerpoint/2010/main" val="35969710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8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42812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D42D9-B45F-7B82-66BA-5F1D68B01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E24346-FB20-FDDF-119D-352EB36DC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856205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63EC-1D94-4C77-A8A8-C2C4C3B20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540969-8270-FCE7-2A13-B5E47A11700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1644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63EC-1D94-4C77-A8A8-C2C4C3B20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7B2D10B-B544-8D0A-68C3-1B2B488E65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88042" y="-42042"/>
            <a:ext cx="12368083" cy="694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886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52889-721D-8916-BE9E-23C1EAC1A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8F7354-5530-3418-27DF-153AF389F3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38272-AA8A-84FA-0F3E-0C2B22C85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2F02C-9DD5-133B-3AC7-CE9E23234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EF6923-F478-DD29-DBD3-D99F5DE74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48772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1E6B-EFFC-575A-8018-B5DB0B15F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8FD77-06B5-0FA0-20F4-9BAD852B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595A3-F755-0DE1-F507-0BB8ED5D2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D104EE-022A-B040-1888-E110452F7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597DA-F37F-36EB-CD10-3BD92221B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2002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EAA7F-7002-B702-8D22-D69C3B8DE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C9AC37-B6C8-CA19-E354-1AB5DBAAB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77E27-FB65-6478-1667-F3A7472A9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572D3-02E3-2C06-4945-4ACA0D68E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CD5264-87C6-0D17-43E7-3EB9D12DF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9299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ABE52-A45C-496D-9AD1-1D6D51486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627E7-0E95-8091-5C25-07C91C2AB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9F041C-B74D-80F4-CF2D-D13FD08C0C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C5A5CC-2683-0710-BB2A-41D1CCABE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0ED98D-9D9B-EB4E-F948-08E22EB5B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9264A4-09F9-F679-8A6A-763B16AF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63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C7002-E936-42F7-3C13-350577DD5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287790-CF5D-2071-00E9-56580D768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8A361-2114-8E3B-3E18-AAB6DCCB92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787C69-A8D5-B381-1E8B-00E950CE30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F975A0-E90D-08BF-6B41-A2510E2593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F09C78-EB9C-F95B-620F-8C7AB6C5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0AC7CB-D263-7A57-A93F-71D36E175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7E12B0-1238-5700-FACD-1B858A5B2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82980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F05EE-D538-1419-F786-8E9F86EA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167E47-BB84-2EDA-24F0-80F5E5296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D5B48C-D1BF-73B5-3EDD-857EA533C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33E63-E1DA-D263-BB6F-E805AF130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3230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DC67F2-3807-FA81-2875-472C2C712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857EB5-3E00-A2E2-D293-BEEA9D7E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7B6A3-0811-995C-296B-B5F421376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53363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0C69F-F2DF-5AA6-41C6-53ADB7EC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0417B-3139-B735-C815-299F7A7B7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CFDBF8-D2C9-EE02-229E-F8ED779C6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0C7CF0-E409-37CC-C853-AD62E58C0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BAB41-FF17-65A4-43BE-8E0916F3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0B79EA-5E09-4211-84DF-54B09FC40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350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337C-E527-BEAD-C3E5-D2EAF97E1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B13AA7-7898-9DE1-FE26-F276B6D4CD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D395A6-2AA1-BC65-B146-62B9C4DA72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CFDBA-A2F4-9FA8-6260-157104C7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0E2F-5C6B-8378-3EB5-56150E0E7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B023A9-F64F-F6C4-6ED0-F9DB9AB9E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3917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1AEAF-8B63-88F3-58D6-B73290276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B12C81-ED4B-2E21-EB50-5682369112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528AB-3FD6-4455-8B17-EF138205B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167874-31EB-4D12-27FA-CE61B2DAD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BD838-C30D-3E6F-1D9D-039304E96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8889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C99D32-B49C-F15F-B74F-9C5A27A77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E05B1B-F54F-F0A2-BB51-7112D02A3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D0CD1-953E-E31F-CF16-647AA2749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5269A4-F851-0F8E-B709-E04DCBD7F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9EE52-6A89-226A-D0CD-621718FC0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840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2.xml"/><Relationship Id="rId13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E4C751-9539-11ED-365B-EA245C683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650DF-3132-B144-1B5A-71A6FC10CC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E16657-AC1A-3CBB-CB6C-34022BF601F4}"/>
              </a:ext>
            </a:extLst>
          </p:cNvPr>
          <p:cNvGrpSpPr/>
          <p:nvPr userDrawn="1"/>
        </p:nvGrpSpPr>
        <p:grpSpPr>
          <a:xfrm>
            <a:off x="11558587" y="3429000"/>
            <a:ext cx="504825" cy="3240562"/>
            <a:chOff x="11558587" y="3429000"/>
            <a:chExt cx="504825" cy="3240562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A61BCE77-9728-B9DF-A894-E699D54953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34F97B2-799D-7BAB-6412-51072C1437DB}"/>
                </a:ext>
              </a:extLst>
            </p:cNvPr>
            <p:cNvSpPr txBox="1"/>
            <p:nvPr userDrawn="1"/>
          </p:nvSpPr>
          <p:spPr>
            <a:xfrm rot="16200000">
              <a:off x="10561658" y="4524452"/>
              <a:ext cx="24986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>
                  <a:solidFill>
                    <a:srgbClr val="8C4FF4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5672446-6AA6-264F-4875-1B6A951A3895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619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74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4" r:id="rId10"/>
    <p:sldLayoutId id="2147483669" r:id="rId11"/>
    <p:sldLayoutId id="2147483662" r:id="rId12"/>
    <p:sldLayoutId id="2147483665" r:id="rId13"/>
    <p:sldLayoutId id="2147483663" r:id="rId14"/>
    <p:sldLayoutId id="2147483666" r:id="rId15"/>
    <p:sldLayoutId id="2147483667" r:id="rId16"/>
    <p:sldLayoutId id="2147483668" r:id="rId17"/>
    <p:sldLayoutId id="2147483650" r:id="rId18"/>
    <p:sldLayoutId id="2147483671" r:id="rId19"/>
    <p:sldLayoutId id="2147483670" r:id="rId20"/>
    <p:sldLayoutId id="2147483672" r:id="rId21"/>
    <p:sldLayoutId id="2147483673" r:id="rId22"/>
    <p:sldLayoutId id="2147483651" r:id="rId23"/>
    <p:sldLayoutId id="2147483687" r:id="rId24"/>
    <p:sldLayoutId id="2147483652" r:id="rId2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oppins SemiBold" panose="00000700000000000000" pitchFamily="2" charset="0"/>
          <a:ea typeface="+mj-ea"/>
          <a:cs typeface="Poppins SemiBold" panose="000007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oppins Medium" panose="00000600000000000000" pitchFamily="2" charset="0"/>
          <a:ea typeface="+mn-ea"/>
          <a:cs typeface="Poppins Medium" panose="000006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127478-957B-8004-0BA6-0B4FE126B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A278C-0DB2-3F92-52B7-08C91A2EC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DF1E4-27AA-7785-4407-D47EF10838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569371-613E-EBD0-CB8F-C94B1AD343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DA9A1-96CA-EA9A-C07B-B15E72AFAD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5CC2033-7521-C317-3C8D-C9158139320C}"/>
              </a:ext>
            </a:extLst>
          </p:cNvPr>
          <p:cNvGrpSpPr/>
          <p:nvPr userDrawn="1"/>
        </p:nvGrpSpPr>
        <p:grpSpPr>
          <a:xfrm>
            <a:off x="11558587" y="3429000"/>
            <a:ext cx="504825" cy="3240562"/>
            <a:chOff x="11558587" y="3429000"/>
            <a:chExt cx="504825" cy="3240562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E6039C41-FE40-33D9-BF28-46DDD12008D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393F90A-9E86-6C25-E63C-A0426FB67EE9}"/>
                </a:ext>
              </a:extLst>
            </p:cNvPr>
            <p:cNvSpPr txBox="1"/>
            <p:nvPr userDrawn="1"/>
          </p:nvSpPr>
          <p:spPr>
            <a:xfrm rot="16200000">
              <a:off x="10561658" y="4524452"/>
              <a:ext cx="24986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>
                  <a:solidFill>
                    <a:srgbClr val="8C4FF4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9DFB403-1619-6C9D-9A9B-569B0DDDCDAD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912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366FF"/>
          </a:solidFill>
          <a:latin typeface="Poppins" panose="00000500000000000000" pitchFamily="2" charset="0"/>
          <a:ea typeface="+mj-ea"/>
          <a:cs typeface="Poppins" panose="000005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oppins 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oppins 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ppins 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ppins 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ppins 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2104" y="3246120"/>
            <a:ext cx="6766560" cy="1737360"/>
          </a:xfrm>
        </p:spPr>
        <p:txBody>
          <a:bodyPr wrap="square" anchor="b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Poppins"/>
              </a:rPr>
              <a:t>Decisions, Loops and Git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7432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FDFE2"/>
                </a:solidFill>
                <a:latin typeface="Poppins"/>
              </a:rPr>
              <a:t>WEEK 1  ·  SESSION 2  ·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074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Poppins"/>
              </a:rPr>
              <a:t>Java + Spring Boot Internship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Today's plan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150876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50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Decisions: if, else, switch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377439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77439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Loops: for, while, do-while, break, continue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24612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Debugging drills in IntelliJ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114800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11480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Git and GitHub: your first repo, commit and push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983479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983479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Afternoon lab: six exercises, ending with a calculator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By the end of today, you can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150876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50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Choose between paths with if / else if / else and switch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377439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77439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Repeat work with the right loop and stop it with break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24612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Find a bug by stepping through with the debugger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114800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11480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Put a project on GitHub with clear commits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983479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983479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Build a menu-driven console calculator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12648" y="2514600"/>
            <a:ext cx="5486400" cy="1371600"/>
          </a:xfrm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Making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8C4FF4"/>
                </a:solidFill>
                <a:latin typeface="Poppin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475"/>
                </a:solidFill>
                <a:latin typeface="Poppins"/>
              </a:rPr>
              <a:t>Programs that react to input: if, else, switch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Conditions are true or false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age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20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boolean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adult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age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18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>// true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boolean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teen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age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13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&amp;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&amp;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age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&lt;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19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boolean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odd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age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%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2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!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boolean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weekendOrHoliday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isWeekend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|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|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isHoliday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boolean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closed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!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isOpen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A condition must be a boolean.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if (age = 18) does not compile.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Comparison and logical operators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Operators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== != &gt; &lt; &gt;= &lt;=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&amp;&amp; means AND, || means OR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! flips true and false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Use () to make order clear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if, else if, else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score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&lt;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|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|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score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100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"Invalid score"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else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score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90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"A"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else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score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75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"B"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else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score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60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"C"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else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"Fail"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demos/IfElse.java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How 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Checked top to bottom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The first true branch wins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else catches everything left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Check invalid input first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The string equality trap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String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input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nextLine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input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"java25"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>// WRONG: compares references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input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equals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"java25"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>// RIGHT: compares the text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input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equalsIgnoreCase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"JAVA25"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>// ignores upper/lower case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demos/StringEquals.java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Numbers: use ==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Text: use .equals()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Compare with a literal first to avoid null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Case does not matter? equalsIgnoreCase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Fixing the tip calculator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"Bill (EGP): 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double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bill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nextDouble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"People: 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people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nextInt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people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&lt;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"People must be at least 1"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else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"Each pays: %.2f%n"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,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bill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/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people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demos/TipSafe.java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Guard your inputs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Never trust user input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Check before you divide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Print a clear message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Next: loop until it is valid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switch: many choices, one value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day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nextInt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String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type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switch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day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case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6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,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7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-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"Weekend"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case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,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2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,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3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,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4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,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5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-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"Work day"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default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-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"Not a day"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type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demos/SwitchDemo.java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Arrow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No fall-through, no break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Several values per case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Can return a value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Always add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Predict the output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x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7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x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5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"A"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x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8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"B"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else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"C"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y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3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y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"D"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else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y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2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"E"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Write your answers before running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Write the output on paper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Compare with your neighbor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Then we run it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Which lines print? Be careful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12648" y="2514600"/>
            <a:ext cx="5486400" cy="1371600"/>
          </a:xfrm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Repeating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8C4FF4"/>
                </a:solidFill>
                <a:latin typeface="Poppin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475"/>
                </a:solidFill>
                <a:latin typeface="Poppins"/>
              </a:rPr>
              <a:t>for, while, do-while, break, continue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for: when you know how many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for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&lt;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5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 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prints: 1 2 3 4 5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sum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for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&lt;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100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sum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sum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>// 5050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demos/Loops.java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Three 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Start: int i = 1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Keep going while: i &lt;= 5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After each round: i++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Body runs between { 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while and do-while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while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&lt;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100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*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2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n is 128 here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k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do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"k = 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k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k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while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k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&lt;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5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runs once, then stops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demos/Loops.java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Choosing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for: counted loops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while: repeat until a condition fails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do-while: run at least once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Update the variable or loop forever!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break and continue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for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&lt;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%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2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continue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>// skip evens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7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break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>// stop the loop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 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prints: 1 3 5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demos/BreakContinue.java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Meaning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continue: jump to the next round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break: leave the loop now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Use sparingly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A clear condition is better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Ask until the answer is valid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age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do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"Age (1-120): 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age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nextInt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while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age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&lt;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|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|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age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120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"Thanks, age = 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age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demos/InputLoop.java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Declare before the loop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do-while asks at least once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Condition says when it is BAD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You will use this in Lab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12648" y="2514600"/>
            <a:ext cx="5486400" cy="1371600"/>
          </a:xfrm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8C4FF4"/>
                </a:solidFill>
                <a:latin typeface="Poppin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475"/>
                </a:solidFill>
                <a:latin typeface="Poppins"/>
              </a:rPr>
              <a:t>Stop guessing, start watching your program 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Debugger drill: find the bug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sum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for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&lt;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5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sum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"Sum 1..5 = 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+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sum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Expected: 15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Actual: 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demos/DebugMe.java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In IntelliJ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Click the left gutter: breakpoint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Run with Debug (bug icon)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F8: step over a line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Watch sum and i change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Reading an exception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Exception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thread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"main"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java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util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InputMismatchException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java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base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/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java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util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Scanner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throwFor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java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base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/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java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util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Scanner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nextInt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at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InputLoop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main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InputLoop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java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: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7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1. The first line says WHAT went wrong.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2. Find the first line with YOUR file name.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1">
                <a:solidFill>
                  <a:srgbClr val="8FD8DB"/>
                </a:solidFill>
                <a:latin typeface="Consolas"/>
              </a:rPr>
              <a:t>// 3. That line number is where to look.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What the console is telling you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Three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Read the first line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Find your own file in the trace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Go to that line number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Then use the debugger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12648" y="2514600"/>
            <a:ext cx="5486400" cy="1371600"/>
          </a:xfrm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Git and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8C4FF4"/>
                </a:solidFill>
                <a:latin typeface="Poppin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475"/>
                </a:solidFill>
                <a:latin typeface="Poppins"/>
              </a:rPr>
              <a:t>Save your work, share it, never lose 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The four places your code lives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150876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50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Working folder: the files you edit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377439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77439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Staging area: what goes in the next commit (git add)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24612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Local repository: your saved history (git commit)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114800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11480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GitHub: the copy online (git push)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Your first repository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FFD58A"/>
                </a:solidFill>
                <a:latin typeface="Consolas"/>
              </a:rPr>
              <a:t xml:space="preserve">$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git init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 xml:space="preserve">                    # start tracking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FFD58A"/>
                </a:solidFill>
                <a:latin typeface="Consolas"/>
              </a:rPr>
              <a:t xml:space="preserve">$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git status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 xml:space="preserve">                  # what changed?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FFD58A"/>
                </a:solidFill>
                <a:latin typeface="Consolas"/>
              </a:rPr>
              <a:t xml:space="preserve">$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git add .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 xml:space="preserve">                   # stage everything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FFD58A"/>
                </a:solidFill>
                <a:latin typeface="Consolas"/>
              </a:rPr>
              <a:t xml:space="preserve">$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git commit -m "Add lab 1"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 xml:space="preserve">   # save a snapshot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FFD58A"/>
                </a:solidFill>
                <a:latin typeface="Consolas"/>
              </a:rPr>
              <a:t xml:space="preserve">$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git branch -M main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FFD58A"/>
                </a:solidFill>
                <a:latin typeface="Consolas"/>
              </a:rPr>
              <a:t xml:space="preserve">$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git remote add origin &lt;url&gt;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FFD58A"/>
                </a:solidFill>
                <a:latin typeface="Consolas"/>
              </a:rPr>
              <a:t xml:space="preserve">$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git push -u origin main</a:t>
            </a:r>
            <a:r>
              <a:rPr lang="en-US" sz="1300" i="1">
                <a:solidFill>
                  <a:srgbClr val="8FD8DB"/>
                </a:solidFill>
                <a:latin typeface="Consolas"/>
              </a:rPr>
              <a:t xml:space="preserve">     # upload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Run these in your project folder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Habits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Small commits, often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Message says WHAT changed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git status before every commit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Never commit passwords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.gitignore and README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idea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/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*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iml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/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*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class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DS_Store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#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README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md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#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My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Java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Labs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Week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solutions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Run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with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: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java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Lab1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Keep the repo clean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IDE and build output is noise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Commit source, not .class files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README tells people what this is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Look at the course repo as an example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Think first: pseudocode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de"/>
          <p:cNvSpPr/>
          <p:nvPr/>
        </p:nvSpPr>
        <p:spPr>
          <a:xfrm>
            <a:off x="841248" y="1508760"/>
            <a:ext cx="708660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repeat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until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user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chooses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Exit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: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show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the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menu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read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choice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choice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is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Exit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: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stop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if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choice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is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not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to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4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: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say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unknown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,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continue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read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two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numbers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do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the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operation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the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16002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Plan before you type</a:t>
            </a:r>
          </a:p>
        </p:txBody>
      </p:sp>
      <p:sp>
        <p:nvSpPr>
          <p:cNvPr id="6" name="Card Scanner methods"/>
          <p:cNvSpPr/>
          <p:nvPr/>
        </p:nvSpPr>
        <p:spPr>
          <a:xfrm>
            <a:off x="8183879" y="1508760"/>
            <a:ext cx="2880360" cy="4343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5048" y="1709928"/>
            <a:ext cx="2478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167128"/>
            <a:ext cx="247802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Comments first, code second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Find the loop and the decisions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Edge cases: divide by zero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Short plan, fewer bugs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Live coding: menu loop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rd Requirements"/>
          <p:cNvSpPr/>
          <p:nvPr/>
        </p:nvSpPr>
        <p:spPr>
          <a:xfrm>
            <a:off x="841248" y="1508760"/>
            <a:ext cx="3657600" cy="434340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6" y="1709928"/>
            <a:ext cx="3255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8C4FF4"/>
                </a:solidFill>
                <a:latin typeface="Poppins"/>
              </a:rPr>
              <a:t>What to notice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167128"/>
            <a:ext cx="3255264" cy="3483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A flag controls the loop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switch handles each choice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default catches mistakes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lang="en-US" sz="1400" b="0" i="0">
                <a:solidFill>
                  <a:srgbClr val="1B2433"/>
                </a:solidFill>
                <a:latin typeface="Poppins"/>
              </a:rPr>
              <a:t>Extend it for Lab 6</a:t>
            </a:r>
          </a:p>
        </p:txBody>
      </p:sp>
      <p:sp>
        <p:nvSpPr>
          <p:cNvPr id="7" name="Code"/>
          <p:cNvSpPr/>
          <p:nvPr/>
        </p:nvSpPr>
        <p:spPr>
          <a:xfrm>
            <a:off x="4754880" y="1508760"/>
            <a:ext cx="6309360" cy="4343400"/>
          </a:xfrm>
          <a:prstGeom prst="roundRect">
            <a:avLst>
              <a:gd name="adj" fmla="val 4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384048" bIns="13716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boolean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running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true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B9A6FF"/>
                </a:solidFill>
                <a:latin typeface="Consolas"/>
              </a:rPr>
              <a:t>while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running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"1) Hello  2) Bye  0) Exit"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"Choice: 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choice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in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nextInt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switch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choice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case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1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-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"Hello!"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case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2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-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"Bye!"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case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FFD58A"/>
                </a:solidFill>
                <a:latin typeface="Consolas"/>
              </a:rPr>
              <a:t>0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-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running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=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false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default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-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&gt;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B9A6FF"/>
                </a:solidFill>
                <a:latin typeface="Consolas"/>
              </a:rPr>
              <a:t>System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out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.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println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(</a:t>
            </a:r>
            <a:r>
              <a:rPr lang="en-US" sz="1300" i="0">
                <a:solidFill>
                  <a:srgbClr val="9EF0C9"/>
                </a:solidFill>
                <a:latin typeface="Consolas"/>
              </a:rPr>
              <a:t>"Unknown"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)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 xml:space="preserve"> </a:t>
            </a: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300" i="0">
                <a:solidFill>
                  <a:srgbClr val="EEF2F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160020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FDFE2"/>
                </a:solidFill>
                <a:latin typeface="Poppins"/>
              </a:rPr>
              <a:t>demos/FloorMenu.java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Afternoon lab (14:00 to 16:45)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150876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50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FizzBuzz: 1 to 30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288760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28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Multiplication table for a number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06876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Sum of digits of a number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848760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Grade calculator with validation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62876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62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Leap year checker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540876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40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Console calculator with a menu loop (deliverable)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Before the next session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150876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50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Finish all six labs and commit each one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377439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77439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Push your labs to your own GitHub repo (3 commits minimum)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24612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Lab 6 must handle divide by zero and unknown options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114800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11480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Re-read the Session 1 and Session 2 slides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983479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983479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Bring one question you could not solve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Key takeaways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150876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50876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if / else if / else picks one path; the first true branch wins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377439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77439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Use .equals() for text, == for numbers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246120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for counts, while checks first, do-while runs at least once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114800"/>
            <a:ext cx="566928" cy="566928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114800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The debugger shows what your program really does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983479"/>
            <a:ext cx="566928" cy="566928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983479"/>
            <a:ext cx="9418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433"/>
                </a:solidFill>
                <a:latin typeface="Poppins"/>
              </a:rPr>
              <a:t>Small commits with clear messages are a habit, not a chore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lairsTech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366FF"/>
      </a:accent1>
      <a:accent2>
        <a:srgbClr val="8C4FF4"/>
      </a:accent2>
      <a:accent3>
        <a:srgbClr val="6FDFE2"/>
      </a:accent3>
      <a:accent4>
        <a:srgbClr val="8D98FF"/>
      </a:accent4>
      <a:accent5>
        <a:srgbClr val="6FDFE2"/>
      </a:accent5>
      <a:accent6>
        <a:srgbClr val="8D98FF"/>
      </a:accent6>
      <a:hlink>
        <a:srgbClr val="0366FF"/>
      </a:hlink>
      <a:folHlink>
        <a:srgbClr val="0366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ustom Design">
  <a:themeElements>
    <a:clrScheme name="Custom 3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366FF"/>
      </a:accent1>
      <a:accent2>
        <a:srgbClr val="8C4FF4"/>
      </a:accent2>
      <a:accent3>
        <a:srgbClr val="8C4FF4"/>
      </a:accent3>
      <a:accent4>
        <a:srgbClr val="8D98FF"/>
      </a:accent4>
      <a:accent5>
        <a:srgbClr val="6FDFE2"/>
      </a:accent5>
      <a:accent6>
        <a:srgbClr val="8D98FF"/>
      </a:accent6>
      <a:hlink>
        <a:srgbClr val="0366FF"/>
      </a:hlink>
      <a:folHlink>
        <a:srgbClr val="0366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c554bfa-441c-4d2e-8d7f-5905a154967e">
      <Terms xmlns="http://schemas.microsoft.com/office/infopath/2007/PartnerControls"/>
    </lcf76f155ced4ddcb4097134ff3c332f>
    <TaxCatchAll xmlns="267263e3-1fcf-48fa-b14d-81517c84331f" xsi:nil="true"/>
    <TEST xmlns="0c554bfa-441c-4d2e-8d7f-5905a154967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8597CAA107D94DBD46465D370C6836" ma:contentTypeVersion="15" ma:contentTypeDescription="Create a new document." ma:contentTypeScope="" ma:versionID="8a2f6d7c6cdf44e3d612298ede818f3f">
  <xsd:schema xmlns:xsd="http://www.w3.org/2001/XMLSchema" xmlns:xs="http://www.w3.org/2001/XMLSchema" xmlns:p="http://schemas.microsoft.com/office/2006/metadata/properties" xmlns:ns2="0c554bfa-441c-4d2e-8d7f-5905a154967e" xmlns:ns3="267263e3-1fcf-48fa-b14d-81517c84331f" targetNamespace="http://schemas.microsoft.com/office/2006/metadata/properties" ma:root="true" ma:fieldsID="50cf253f2fde9752ab1e7d332fc8c9db" ns2:_="" ns3:_="">
    <xsd:import namespace="0c554bfa-441c-4d2e-8d7f-5905a154967e"/>
    <xsd:import namespace="267263e3-1fcf-48fa-b14d-81517c843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TES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554bfa-441c-4d2e-8d7f-5905a15496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f221b6bc-48c5-41a2-80f4-3c758f11516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TEST" ma:index="22" nillable="true" ma:displayName="TEST" ma:format="Thumbnail" ma:internalName="TEST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7263e3-1fcf-48fa-b14d-81517c843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3c5d7adb-28fd-43b1-89e6-63139f817e49}" ma:internalName="TaxCatchAll" ma:showField="CatchAllData" ma:web="267263e3-1fcf-48fa-b14d-81517c843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04A2C8A-29A8-40EB-B812-08F2A2A15023}">
  <ds:schemaRefs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terms/"/>
    <ds:schemaRef ds:uri="267263e3-1fcf-48fa-b14d-81517c84331f"/>
    <ds:schemaRef ds:uri="http://purl.org/dc/elements/1.1/"/>
    <ds:schemaRef ds:uri="http://schemas.microsoft.com/office/2006/metadata/properties"/>
    <ds:schemaRef ds:uri="http://schemas.microsoft.com/office/infopath/2007/PartnerControls"/>
    <ds:schemaRef ds:uri="0c554bfa-441c-4d2e-8d7f-5905a154967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2F0A244-F1B4-48C8-B90B-FE82002C6D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AD8C1A3-981A-4C7E-A414-9868EA333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554bfa-441c-4d2e-8d7f-5905a154967e"/>
    <ds:schemaRef ds:uri="267263e3-1fcf-48fa-b14d-81517c843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>
  <TotalTime>0</TotalTime>
  <Application>Microsoft Office PowerPoint</Application>
  <PresentationFormat>Widescreen</PresentationFormat>
  <Slides>27</Slides>
  <Notes>27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Aya Ashraf Abubakr</dc:creator>
  <cp:lastModifiedBy>Islam Kamel</cp:lastModifiedBy>
  <cp:revision>2</cp:revision>
  <dcterms:created xsi:type="dcterms:W3CDTF">2025-10-05T10:08:59Z</dcterms:created>
  <dcterms:modified xsi:type="dcterms:W3CDTF">2026-10-05T10:23:19Z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0x0101002F8597CAA107D94DBD46465D370C6836</vt:lpwstr>
  </property>
  <property fmtid="{D5CDD505-2E9C-101B-9397-08002B2CF9AE}" pid="3" name="MediaServiceImageTags">
    <vt:lpwstr/>
  </property>
</Properties>
</file>