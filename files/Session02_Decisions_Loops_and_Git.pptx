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8" r:id="rId5"/>
  </p:sldMasterIdLst>
  <p:sldIdLst>
    <p:sldId id="301" r:id="rId66"/>
    <p:sldId id="302" r:id="rId67"/>
    <p:sldId id="303" r:id="rId68"/>
    <p:sldId id="304" r:id="rId69"/>
    <p:sldId id="305" r:id="rId70"/>
    <p:sldId id="306" r:id="rId71"/>
    <p:sldId id="307" r:id="rId72"/>
    <p:sldId id="308" r:id="rId73"/>
    <p:sldId id="309" r:id="rId74"/>
    <p:sldId id="310" r:id="rId75"/>
    <p:sldId id="311" r:id="rId76"/>
    <p:sldId id="312" r:id="rId77"/>
    <p:sldId id="313" r:id="rId78"/>
    <p:sldId id="314" r:id="rId79"/>
    <p:sldId id="315" r:id="rId80"/>
    <p:sldId id="316" r:id="rId81"/>
    <p:sldId id="317" r:id="rId82"/>
    <p:sldId id="318" r:id="rId83"/>
    <p:sldId id="319" r:id="rId84"/>
    <p:sldId id="320" r:id="rId85"/>
    <p:sldId id="321" r:id="rId86"/>
    <p:sldId id="322" r:id="rId87"/>
    <p:sldId id="323" r:id="rId88"/>
    <p:sldId id="324" r:id="rId89"/>
    <p:sldId id="325" r:id="rId90"/>
    <p:sldId id="326" r:id="rId91"/>
    <p:sldId id="327" r:id="rId92"/>
    <p:sldId id="328" r:id="rId93"/>
    <p:sldId id="329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9887D-4FC9-410D-9A07-46A0CF493F28}" v="1" dt="2026-05-04T12:30:3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Relationship Id="rId66" Type="http://schemas.openxmlformats.org/officeDocument/2006/relationships/slide" Target="slides/slide1.xml"/><Relationship Id="rId67" Type="http://schemas.openxmlformats.org/officeDocument/2006/relationships/slide" Target="slides/slide2.xml"/><Relationship Id="rId68" Type="http://schemas.openxmlformats.org/officeDocument/2006/relationships/slide" Target="slides/slide3.xml"/><Relationship Id="rId69" Type="http://schemas.openxmlformats.org/officeDocument/2006/relationships/slide" Target="slides/slide4.xml"/><Relationship Id="rId70" Type="http://schemas.openxmlformats.org/officeDocument/2006/relationships/slide" Target="slides/slide5.xml"/><Relationship Id="rId71" Type="http://schemas.openxmlformats.org/officeDocument/2006/relationships/slide" Target="slides/slide6.xml"/><Relationship Id="rId72" Type="http://schemas.openxmlformats.org/officeDocument/2006/relationships/slide" Target="slides/slide7.xml"/><Relationship Id="rId73" Type="http://schemas.openxmlformats.org/officeDocument/2006/relationships/slide" Target="slides/slide8.xml"/><Relationship Id="rId74" Type="http://schemas.openxmlformats.org/officeDocument/2006/relationships/slide" Target="slides/slide9.xml"/><Relationship Id="rId75" Type="http://schemas.openxmlformats.org/officeDocument/2006/relationships/slide" Target="slides/slide10.xml"/><Relationship Id="rId76" Type="http://schemas.openxmlformats.org/officeDocument/2006/relationships/slide" Target="slides/slide11.xml"/><Relationship Id="rId77" Type="http://schemas.openxmlformats.org/officeDocument/2006/relationships/slide" Target="slides/slide12.xml"/><Relationship Id="rId78" Type="http://schemas.openxmlformats.org/officeDocument/2006/relationships/slide" Target="slides/slide13.xml"/><Relationship Id="rId79" Type="http://schemas.openxmlformats.org/officeDocument/2006/relationships/slide" Target="slides/slide14.xml"/><Relationship Id="rId80" Type="http://schemas.openxmlformats.org/officeDocument/2006/relationships/slide" Target="slides/slide15.xml"/><Relationship Id="rId81" Type="http://schemas.openxmlformats.org/officeDocument/2006/relationships/slide" Target="slides/slide16.xml"/><Relationship Id="rId82" Type="http://schemas.openxmlformats.org/officeDocument/2006/relationships/slide" Target="slides/slide17.xml"/><Relationship Id="rId83" Type="http://schemas.openxmlformats.org/officeDocument/2006/relationships/slide" Target="slides/slide18.xml"/><Relationship Id="rId84" Type="http://schemas.openxmlformats.org/officeDocument/2006/relationships/slide" Target="slides/slide19.xml"/><Relationship Id="rId85" Type="http://schemas.openxmlformats.org/officeDocument/2006/relationships/slide" Target="slides/slide20.xml"/><Relationship Id="rId86" Type="http://schemas.openxmlformats.org/officeDocument/2006/relationships/slide" Target="slides/slide21.xml"/><Relationship Id="rId87" Type="http://schemas.openxmlformats.org/officeDocument/2006/relationships/slide" Target="slides/slide22.xml"/><Relationship Id="rId88" Type="http://schemas.openxmlformats.org/officeDocument/2006/relationships/slide" Target="slides/slide23.xml"/><Relationship Id="rId89" Type="http://schemas.openxmlformats.org/officeDocument/2006/relationships/slide" Target="slides/slide24.xml"/><Relationship Id="rId90" Type="http://schemas.openxmlformats.org/officeDocument/2006/relationships/slide" Target="slides/slide25.xml"/><Relationship Id="rId91" Type="http://schemas.openxmlformats.org/officeDocument/2006/relationships/slide" Target="slides/slide26.xml"/><Relationship Id="rId92" Type="http://schemas.openxmlformats.org/officeDocument/2006/relationships/slide" Target="slides/slide27.xml"/><Relationship Id="rId93" Type="http://schemas.openxmlformats.org/officeDocument/2006/relationships/slide" Target="slides/slide28.xml"/><Relationship Id="rId9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Welcome back. Last time you wrote straight-line programs. Today the program starts making choices and repeating work, and you learn to save your work properly with Git. Ask for a one-line recap of Wednesday: what is javac, what does nextInt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Walk the plan. Morning is concepts with live coding, afternoon is the lab. The calculator in Lab 6 is the Week 1 deliverable and Thursday's quiz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Read these out. Tell them the checklist is how they will self-assess at the end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Start with a question: how does an ATM decide whether to give you money? Collect two or three answers, then say that every answer is an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Review from Wednesday: comparison operators produce a boolean. Show &amp;&amp; and || with a quick table on the board. Stress that = assigns and == compares.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Live code it from scratch. Ask them to predict output for 95, 75, 59, 101. Point out why 101 needs to be checked first, otherwise it prints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Developers coming from C# note: in C# == on strings compares values. In Java == compares whether both variables point to the same object. Run the demo and show that typed input fails the ==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This closes the loop from Wednesday's TipCalculator comment. Ask what happens with people = 0 in the old version (for doubles, Infinity; for ints, an exception).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We only teach the arrow form. The old colon-and-break form exists in older code, so mention it exists but we will not use it. Ask when switch is better than if/else if: when one variable is compared with fixed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Answers: A, C, D. The second if is independent of the first, and else if is skipped because the first branch matched. Common mistake: expecting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Motivation: print numbers 1 to 1000 without writing 1000 lines. That is what loops are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Draw the loop as a circle on the board: start, test, body, update. Trace i by hand for the first three iterations. Ask what happens with i &lt; 5 and with i &lt;=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Ask: what does the do-while print? (k = 10 once). Show an infinite loop deliberately by forgetting n = n * 2, and stop it with Ctrl+C or the red square in IntelliJ.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Trace it with the class. Output is 1 3 5 7. Ask why 9 is not printed (loop breaks at 9 because 9 &gt;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This is the idiom behind every menu. Point out that the variable must be declared outside the loop, otherwise the while condition cannot see it. Note: typing letters crashes with InputMismatchException, which we handle properly later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Ask who has spent more than 10 minutes staring at code that does not work. Today they learn the tool that replaces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Do this together on the projector. Ask students to say what they expect to see before each step. The bug is i &lt; 5 instead of i &lt;= 5, an off-by-one error, the most common loop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Type letters into the age prompt to produce this exception live. Many beginners panic at the wall of text, so teach the three-step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Ask who has ever had a file called final_v2_REAL.java. Git solves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Draw four boxes with arrows. Emphasize that commit is local and push is what shares. If someone already knows Git, pair them with a neighbor.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Do the full sequence live on an empty folder, with an empty GitHub repo ready. If push asks for a password, explain personal access tokens or SSH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Show them the bootcamp repo's own .gitignore and README. Explain that build output and IDE folders are generated, so they do not belong in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Have them write pseudocode for Lab 6 on paper for 3 minutes before opening IntelliJ. Collect two versions and compare. The structure here is the exact answer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Type it with them. Then change it: add a third option and a 'back to menu' message. Remind them that Lab 6 has the same shape but with two numbers and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Starters are in files/session-02/lab/starter. Tell them: finish 1 to 5 first, then Lab 6. Commit after each lab. Anyone who finishes early extends Lab 6 to reject non-numeric input (hasNextInt).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Run git pull to get this session's files. Release lab/solutions only after 16:45.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Every link is clickable in slideshow mode. Arabic first for understanding, English for exact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Thursday's quiz covers decisions, loops and Lab 6. Next session starts with a stand-up where each person shows one lab and one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Close by asking each person to say one takeaway in their own words. Then release them to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3277D6-61D2-6AFC-65EC-88AA842228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5413" y="-65988"/>
            <a:ext cx="12349112" cy="69697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D7DC-0F2E-2B62-710B-701F131C8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380" y="0"/>
            <a:ext cx="5553585" cy="5611908"/>
          </a:xfrm>
          <a:prstGeom prst="rect">
            <a:avLst/>
          </a:prstGeom>
        </p:spPr>
      </p:pic>
      <p:sp>
        <p:nvSpPr>
          <p:cNvPr id="10" name="Picture Placeholder 70">
            <a:extLst>
              <a:ext uri="{FF2B5EF4-FFF2-40B4-BE49-F238E27FC236}">
                <a16:creationId xmlns:a16="http://schemas.microsoft.com/office/drawing/2014/main" id="{33C6576E-AA77-204E-BAA1-F6ACD60226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006" y="144369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930-A986-5A1B-B9ED-C10FCF2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94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3" name="Picture Placeholder 59">
            <a:extLst>
              <a:ext uri="{FF2B5EF4-FFF2-40B4-BE49-F238E27FC236}">
                <a16:creationId xmlns:a16="http://schemas.microsoft.com/office/drawing/2014/main" id="{C17C03D7-BFB3-0407-ABDF-E8A9FD626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5387" y="0"/>
            <a:ext cx="5264150" cy="5872423"/>
          </a:xfrm>
          <a:custGeom>
            <a:avLst/>
            <a:gdLst>
              <a:gd name="connsiteX0" fmla="*/ 0 w 5264150"/>
              <a:gd name="connsiteY0" fmla="*/ 2948796 h 5872423"/>
              <a:gd name="connsiteX1" fmla="*/ 2645418 w 5264150"/>
              <a:gd name="connsiteY1" fmla="*/ 2948796 h 5872423"/>
              <a:gd name="connsiteX2" fmla="*/ 5261511 w 5264150"/>
              <a:gd name="connsiteY2" fmla="*/ 2948796 h 5872423"/>
              <a:gd name="connsiteX3" fmla="*/ 5264150 w 5264150"/>
              <a:gd name="connsiteY3" fmla="*/ 2948796 h 5872423"/>
              <a:gd name="connsiteX4" fmla="*/ 5264150 w 5264150"/>
              <a:gd name="connsiteY4" fmla="*/ 5872423 h 5872423"/>
              <a:gd name="connsiteX5" fmla="*/ 4980322 w 5264150"/>
              <a:gd name="connsiteY5" fmla="*/ 5872423 h 5872423"/>
              <a:gd name="connsiteX6" fmla="*/ 2657464 w 5264150"/>
              <a:gd name="connsiteY6" fmla="*/ 3775313 h 5872423"/>
              <a:gd name="connsiteX7" fmla="*/ 2645418 w 5264150"/>
              <a:gd name="connsiteY7" fmla="*/ 3538785 h 5872423"/>
              <a:gd name="connsiteX8" fmla="*/ 2645418 w 5264150"/>
              <a:gd name="connsiteY8" fmla="*/ 5872423 h 5872423"/>
              <a:gd name="connsiteX9" fmla="*/ 2334516 w 5264150"/>
              <a:gd name="connsiteY9" fmla="*/ 5872423 h 5872423"/>
              <a:gd name="connsiteX10" fmla="*/ 11726 w 5264150"/>
              <a:gd name="connsiteY10" fmla="*/ 3775370 h 5872423"/>
              <a:gd name="connsiteX11" fmla="*/ 0 w 5264150"/>
              <a:gd name="connsiteY11" fmla="*/ 3545136 h 5872423"/>
              <a:gd name="connsiteX12" fmla="*/ 0 w 5264150"/>
              <a:gd name="connsiteY12" fmla="*/ 0 h 5872423"/>
              <a:gd name="connsiteX13" fmla="*/ 2645418 w 5264150"/>
              <a:gd name="connsiteY13" fmla="*/ 0 h 5872423"/>
              <a:gd name="connsiteX14" fmla="*/ 2653008 w 5264150"/>
              <a:gd name="connsiteY14" fmla="*/ 0 h 5872423"/>
              <a:gd name="connsiteX15" fmla="*/ 2675132 w 5264150"/>
              <a:gd name="connsiteY15" fmla="*/ 0 h 5872423"/>
              <a:gd name="connsiteX16" fmla="*/ 2710820 w 5264150"/>
              <a:gd name="connsiteY16" fmla="*/ 0 h 5872423"/>
              <a:gd name="connsiteX17" fmla="*/ 2759105 w 5264150"/>
              <a:gd name="connsiteY17" fmla="*/ 0 h 5872423"/>
              <a:gd name="connsiteX18" fmla="*/ 2819017 w 5264150"/>
              <a:gd name="connsiteY18" fmla="*/ 0 h 5872423"/>
              <a:gd name="connsiteX19" fmla="*/ 2889587 w 5264150"/>
              <a:gd name="connsiteY19" fmla="*/ 0 h 5872423"/>
              <a:gd name="connsiteX20" fmla="*/ 2969846 w 5264150"/>
              <a:gd name="connsiteY20" fmla="*/ 0 h 5872423"/>
              <a:gd name="connsiteX21" fmla="*/ 3058825 w 5264150"/>
              <a:gd name="connsiteY21" fmla="*/ 0 h 5872423"/>
              <a:gd name="connsiteX22" fmla="*/ 3155556 w 5264150"/>
              <a:gd name="connsiteY22" fmla="*/ 0 h 5872423"/>
              <a:gd name="connsiteX23" fmla="*/ 3259070 w 5264150"/>
              <a:gd name="connsiteY23" fmla="*/ 0 h 5872423"/>
              <a:gd name="connsiteX24" fmla="*/ 3482568 w 5264150"/>
              <a:gd name="connsiteY24" fmla="*/ 0 h 5872423"/>
              <a:gd name="connsiteX25" fmla="*/ 3721569 w 5264150"/>
              <a:gd name="connsiteY25" fmla="*/ 0 h 5872423"/>
              <a:gd name="connsiteX26" fmla="*/ 3968322 w 5264150"/>
              <a:gd name="connsiteY26" fmla="*/ 0 h 5872423"/>
              <a:gd name="connsiteX27" fmla="*/ 4215074 w 5264150"/>
              <a:gd name="connsiteY27" fmla="*/ 0 h 5872423"/>
              <a:gd name="connsiteX28" fmla="*/ 4454075 w 5264150"/>
              <a:gd name="connsiteY28" fmla="*/ 0 h 5872423"/>
              <a:gd name="connsiteX29" fmla="*/ 4677574 w 5264150"/>
              <a:gd name="connsiteY29" fmla="*/ 0 h 5872423"/>
              <a:gd name="connsiteX30" fmla="*/ 4781087 w 5264150"/>
              <a:gd name="connsiteY30" fmla="*/ 0 h 5872423"/>
              <a:gd name="connsiteX31" fmla="*/ 4877818 w 5264150"/>
              <a:gd name="connsiteY31" fmla="*/ 0 h 5872423"/>
              <a:gd name="connsiteX32" fmla="*/ 4966797 w 5264150"/>
              <a:gd name="connsiteY32" fmla="*/ 0 h 5872423"/>
              <a:gd name="connsiteX33" fmla="*/ 5047056 w 5264150"/>
              <a:gd name="connsiteY33" fmla="*/ 0 h 5872423"/>
              <a:gd name="connsiteX34" fmla="*/ 5117626 w 5264150"/>
              <a:gd name="connsiteY34" fmla="*/ 0 h 5872423"/>
              <a:gd name="connsiteX35" fmla="*/ 5177538 w 5264150"/>
              <a:gd name="connsiteY35" fmla="*/ 0 h 5872423"/>
              <a:gd name="connsiteX36" fmla="*/ 5225823 w 5264150"/>
              <a:gd name="connsiteY36" fmla="*/ 0 h 5872423"/>
              <a:gd name="connsiteX37" fmla="*/ 5261511 w 5264150"/>
              <a:gd name="connsiteY37" fmla="*/ 0 h 5872423"/>
              <a:gd name="connsiteX38" fmla="*/ 5264150 w 5264150"/>
              <a:gd name="connsiteY38" fmla="*/ 0 h 5872423"/>
              <a:gd name="connsiteX39" fmla="*/ 5264150 w 5264150"/>
              <a:gd name="connsiteY39" fmla="*/ 2923627 h 5872423"/>
              <a:gd name="connsiteX40" fmla="*/ 4980322 w 5264150"/>
              <a:gd name="connsiteY40" fmla="*/ 2923627 h 5872423"/>
              <a:gd name="connsiteX41" fmla="*/ 2657464 w 5264150"/>
              <a:gd name="connsiteY41" fmla="*/ 826517 h 5872423"/>
              <a:gd name="connsiteX42" fmla="*/ 2645418 w 5264150"/>
              <a:gd name="connsiteY42" fmla="*/ 589989 h 5872423"/>
              <a:gd name="connsiteX43" fmla="*/ 2645418 w 5264150"/>
              <a:gd name="connsiteY43" fmla="*/ 2923627 h 5872423"/>
              <a:gd name="connsiteX44" fmla="*/ 2334516 w 5264150"/>
              <a:gd name="connsiteY44" fmla="*/ 2923627 h 5872423"/>
              <a:gd name="connsiteX45" fmla="*/ 11726 w 5264150"/>
              <a:gd name="connsiteY45" fmla="*/ 826573 h 5872423"/>
              <a:gd name="connsiteX46" fmla="*/ 0 w 5264150"/>
              <a:gd name="connsiteY46" fmla="*/ 596340 h 587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264150" h="5872423">
                <a:moveTo>
                  <a:pt x="0" y="2948796"/>
                </a:moveTo>
                <a:lnTo>
                  <a:pt x="2645418" y="2948796"/>
                </a:lnTo>
                <a:cubicBezTo>
                  <a:pt x="2645418" y="2948796"/>
                  <a:pt x="4970834" y="2948796"/>
                  <a:pt x="5261511" y="2948796"/>
                </a:cubicBezTo>
                <a:lnTo>
                  <a:pt x="5264150" y="2948796"/>
                </a:lnTo>
                <a:lnTo>
                  <a:pt x="5264150" y="5872423"/>
                </a:lnTo>
                <a:lnTo>
                  <a:pt x="4980322" y="5872423"/>
                </a:lnTo>
                <a:cubicBezTo>
                  <a:pt x="3776390" y="5872423"/>
                  <a:pt x="2777609" y="4948947"/>
                  <a:pt x="2657464" y="3775313"/>
                </a:cubicBezTo>
                <a:lnTo>
                  <a:pt x="2645418" y="3538785"/>
                </a:lnTo>
                <a:lnTo>
                  <a:pt x="2645418" y="5872423"/>
                </a:lnTo>
                <a:lnTo>
                  <a:pt x="2334516" y="5872423"/>
                </a:lnTo>
                <a:cubicBezTo>
                  <a:pt x="1130584" y="5872487"/>
                  <a:pt x="131863" y="4948955"/>
                  <a:pt x="11726" y="3775370"/>
                </a:cubicBezTo>
                <a:lnTo>
                  <a:pt x="0" y="3545136"/>
                </a:lnTo>
                <a:close/>
                <a:moveTo>
                  <a:pt x="0" y="0"/>
                </a:moveTo>
                <a:lnTo>
                  <a:pt x="2645418" y="0"/>
                </a:lnTo>
                <a:lnTo>
                  <a:pt x="2653008" y="0"/>
                </a:lnTo>
                <a:lnTo>
                  <a:pt x="2675132" y="0"/>
                </a:lnTo>
                <a:lnTo>
                  <a:pt x="2710820" y="0"/>
                </a:lnTo>
                <a:lnTo>
                  <a:pt x="2759105" y="0"/>
                </a:lnTo>
                <a:lnTo>
                  <a:pt x="2819017" y="0"/>
                </a:lnTo>
                <a:lnTo>
                  <a:pt x="2889587" y="0"/>
                </a:lnTo>
                <a:lnTo>
                  <a:pt x="2969846" y="0"/>
                </a:lnTo>
                <a:lnTo>
                  <a:pt x="3058825" y="0"/>
                </a:lnTo>
                <a:lnTo>
                  <a:pt x="3155556" y="0"/>
                </a:lnTo>
                <a:lnTo>
                  <a:pt x="3259070" y="0"/>
                </a:lnTo>
                <a:lnTo>
                  <a:pt x="3482568" y="0"/>
                </a:lnTo>
                <a:lnTo>
                  <a:pt x="3721569" y="0"/>
                </a:lnTo>
                <a:lnTo>
                  <a:pt x="3968322" y="0"/>
                </a:lnTo>
                <a:lnTo>
                  <a:pt x="4215074" y="0"/>
                </a:lnTo>
                <a:lnTo>
                  <a:pt x="4454075" y="0"/>
                </a:lnTo>
                <a:lnTo>
                  <a:pt x="4677574" y="0"/>
                </a:lnTo>
                <a:lnTo>
                  <a:pt x="4781087" y="0"/>
                </a:lnTo>
                <a:lnTo>
                  <a:pt x="4877818" y="0"/>
                </a:lnTo>
                <a:lnTo>
                  <a:pt x="4966797" y="0"/>
                </a:lnTo>
                <a:lnTo>
                  <a:pt x="5047056" y="0"/>
                </a:lnTo>
                <a:lnTo>
                  <a:pt x="5117626" y="0"/>
                </a:lnTo>
                <a:lnTo>
                  <a:pt x="5177538" y="0"/>
                </a:lnTo>
                <a:lnTo>
                  <a:pt x="5225823" y="0"/>
                </a:lnTo>
                <a:lnTo>
                  <a:pt x="5261511" y="0"/>
                </a:lnTo>
                <a:lnTo>
                  <a:pt x="5264150" y="0"/>
                </a:lnTo>
                <a:lnTo>
                  <a:pt x="5264150" y="2923627"/>
                </a:lnTo>
                <a:lnTo>
                  <a:pt x="4980322" y="2923627"/>
                </a:lnTo>
                <a:cubicBezTo>
                  <a:pt x="3776390" y="2923627"/>
                  <a:pt x="2777609" y="2000151"/>
                  <a:pt x="2657464" y="826517"/>
                </a:cubicBezTo>
                <a:lnTo>
                  <a:pt x="2645418" y="589989"/>
                </a:lnTo>
                <a:lnTo>
                  <a:pt x="2645418" y="2923627"/>
                </a:lnTo>
                <a:lnTo>
                  <a:pt x="2334516" y="2923627"/>
                </a:lnTo>
                <a:cubicBezTo>
                  <a:pt x="1130584" y="2923627"/>
                  <a:pt x="131863" y="2000151"/>
                  <a:pt x="11726" y="826573"/>
                </a:cubicBezTo>
                <a:lnTo>
                  <a:pt x="0" y="5963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102D45-6656-5362-E45D-93BF18999A6C}"/>
              </a:ext>
            </a:extLst>
          </p:cNvPr>
          <p:cNvSpPr/>
          <p:nvPr userDrawn="1"/>
        </p:nvSpPr>
        <p:spPr>
          <a:xfrm>
            <a:off x="6285353" y="2948796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95"/>
                  <a:pt x="0" y="1872916"/>
                  <a:pt x="0" y="588722"/>
                </a:cubicBezTo>
                <a:close/>
              </a:path>
            </a:pathLst>
          </a:custGeom>
          <a:solidFill>
            <a:srgbClr val="8C4FF4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E16BA-4DD0-FB4A-DB15-246E75CAC060}"/>
              </a:ext>
            </a:extLst>
          </p:cNvPr>
          <p:cNvSpPr/>
          <p:nvPr userDrawn="1"/>
        </p:nvSpPr>
        <p:spPr>
          <a:xfrm>
            <a:off x="8931091" y="2948796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75A453-E756-D1D8-0B17-E9A4133E8BBD}"/>
              </a:ext>
            </a:extLst>
          </p:cNvPr>
          <p:cNvSpPr/>
          <p:nvPr userDrawn="1"/>
        </p:nvSpPr>
        <p:spPr>
          <a:xfrm>
            <a:off x="6285353" y="0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27"/>
                  <a:pt x="0" y="1872916"/>
                  <a:pt x="0" y="588722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ED83FEC-2FAC-1044-ADB0-FB8101097D84}"/>
              </a:ext>
            </a:extLst>
          </p:cNvPr>
          <p:cNvSpPr/>
          <p:nvPr userDrawn="1"/>
        </p:nvSpPr>
        <p:spPr>
          <a:xfrm>
            <a:off x="8931091" y="0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0366FF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F3523-E514-2685-CF6F-5F33EB5D2737}"/>
              </a:ext>
            </a:extLst>
          </p:cNvPr>
          <p:cNvSpPr/>
          <p:nvPr userDrawn="1"/>
        </p:nvSpPr>
        <p:spPr>
          <a:xfrm>
            <a:off x="6695388" y="635372"/>
            <a:ext cx="4713402" cy="38084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2C24-7E8B-B9ED-272A-43B71A20D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707464"/>
            <a:ext cx="4707024" cy="3790437"/>
          </a:xfrm>
          <a:custGeom>
            <a:avLst/>
            <a:gdLst>
              <a:gd name="connsiteX0" fmla="*/ 490410 w 4707024"/>
              <a:gd name="connsiteY0" fmla="*/ 0 h 3790437"/>
              <a:gd name="connsiteX1" fmla="*/ 4222993 w 4707024"/>
              <a:gd name="connsiteY1" fmla="*/ 0 h 3790437"/>
              <a:gd name="connsiteX2" fmla="*/ 4325725 w 4707024"/>
              <a:gd name="connsiteY2" fmla="*/ 31890 h 3790437"/>
              <a:gd name="connsiteX3" fmla="*/ 4700506 w 4707024"/>
              <a:gd name="connsiteY3" fmla="*/ 488835 h 3790437"/>
              <a:gd name="connsiteX4" fmla="*/ 4707024 w 4707024"/>
              <a:gd name="connsiteY4" fmla="*/ 553491 h 3790437"/>
              <a:gd name="connsiteX5" fmla="*/ 4707024 w 4707024"/>
              <a:gd name="connsiteY5" fmla="*/ 3218955 h 3790437"/>
              <a:gd name="connsiteX6" fmla="*/ 4700506 w 4707024"/>
              <a:gd name="connsiteY6" fmla="*/ 3283610 h 3790437"/>
              <a:gd name="connsiteX7" fmla="*/ 4078651 w 4707024"/>
              <a:gd name="connsiteY7" fmla="*/ 3790437 h 3790437"/>
              <a:gd name="connsiteX8" fmla="*/ 634751 w 4707024"/>
              <a:gd name="connsiteY8" fmla="*/ 3790437 h 3790437"/>
              <a:gd name="connsiteX9" fmla="*/ 0 w 4707024"/>
              <a:gd name="connsiteY9" fmla="*/ 3155686 h 3790437"/>
              <a:gd name="connsiteX10" fmla="*/ 0 w 4707024"/>
              <a:gd name="connsiteY10" fmla="*/ 616759 h 3790437"/>
              <a:gd name="connsiteX11" fmla="*/ 387678 w 4707024"/>
              <a:gd name="connsiteY11" fmla="*/ 31890 h 37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07024" h="3790437">
                <a:moveTo>
                  <a:pt x="490410" y="0"/>
                </a:moveTo>
                <a:lnTo>
                  <a:pt x="4222993" y="0"/>
                </a:lnTo>
                <a:lnTo>
                  <a:pt x="4325725" y="31890"/>
                </a:lnTo>
                <a:cubicBezTo>
                  <a:pt x="4515576" y="112190"/>
                  <a:pt x="4658229" y="282231"/>
                  <a:pt x="4700506" y="488835"/>
                </a:cubicBezTo>
                <a:lnTo>
                  <a:pt x="4707024" y="553491"/>
                </a:lnTo>
                <a:lnTo>
                  <a:pt x="4707024" y="3218955"/>
                </a:lnTo>
                <a:lnTo>
                  <a:pt x="4700506" y="3283610"/>
                </a:lnTo>
                <a:cubicBezTo>
                  <a:pt x="4641318" y="3572856"/>
                  <a:pt x="4385394" y="3790437"/>
                  <a:pt x="4078651" y="3790437"/>
                </a:cubicBezTo>
                <a:lnTo>
                  <a:pt x="634751" y="3790437"/>
                </a:lnTo>
                <a:cubicBezTo>
                  <a:pt x="284188" y="3790437"/>
                  <a:pt x="0" y="3506249"/>
                  <a:pt x="0" y="3155686"/>
                </a:cubicBezTo>
                <a:lnTo>
                  <a:pt x="0" y="616759"/>
                </a:lnTo>
                <a:cubicBezTo>
                  <a:pt x="0" y="353837"/>
                  <a:pt x="159856" y="128251"/>
                  <a:pt x="387678" y="318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3BC47C-99B6-20BF-D68B-A66F46B7A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-113122"/>
            <a:ext cx="12334974" cy="7010583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EF7A263-0527-9E4C-94C9-B2AB772A41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6C945C-7127-3582-1911-80FBD4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C6700-8060-24F9-DC2F-AE22C6C88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3362" y="441491"/>
            <a:ext cx="3185230" cy="5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E3F2709-2A59-D5BA-77B4-FD75FE737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4841" y="-199717"/>
            <a:ext cx="12367967" cy="7085998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654080-D3CC-4B13-1F27-F4787DC9CB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29939"/>
            <a:ext cx="5547845" cy="5704028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827F-A890-DEEA-4C50-C529607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78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BC4D355-D07A-C443-FE67-FC51A3D22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5" y="-113122"/>
            <a:ext cx="12459025" cy="7010583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4448553-4F90-3088-4944-11C66514BE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819" y="565607"/>
            <a:ext cx="5037054" cy="5468359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B4C912-1FCD-8D8B-21E2-7747A951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22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7EFE18-FED0-FDAE-5670-7615BB153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0"/>
            <a:ext cx="12330260" cy="6938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7121F9-03BE-C8DA-B22C-FD5C2DDC182D}"/>
              </a:ext>
            </a:extLst>
          </p:cNvPr>
          <p:cNvSpPr/>
          <p:nvPr userDrawn="1"/>
        </p:nvSpPr>
        <p:spPr>
          <a:xfrm>
            <a:off x="7899662" y="0"/>
            <a:ext cx="2988297" cy="6938128"/>
          </a:xfrm>
          <a:prstGeom prst="rect">
            <a:avLst/>
          </a:prstGeom>
          <a:solidFill>
            <a:srgbClr val="B9B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0CAEFC-B65C-032B-DFB8-E941811A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4578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165F00-7FAA-6193-FE34-3C59CAE7AA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34054" y="1442301"/>
            <a:ext cx="4019746" cy="4626852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B12FD6-7B0A-BF80-BFF7-81C7E7234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9961" y="2807812"/>
            <a:ext cx="974006" cy="1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55ADADA-7206-710F-41F6-660194BFB8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-207390"/>
            <a:ext cx="12330260" cy="714551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A12D95-43DB-3799-A16F-9B17CF3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1F24F-8A5B-5730-704E-3D3A4BCE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D9DD47-7DB4-5925-2826-2DF8CA13CF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998" y="441491"/>
            <a:ext cx="3185230" cy="5773230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4B7E1533-AD56-6B22-5E91-601A2195A9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2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85556-F773-FF45-9EB7-E8695758FD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1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6C1D21-1CFF-BA0F-4681-BC73E5D897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213" y="3883843"/>
            <a:ext cx="1270707" cy="115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333A-0501-C2FA-E3CC-1948BAD7D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1174"/>
            <a:ext cx="5795193" cy="1025691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A8D1-A08E-F7E3-95BB-2C1B48B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65143"/>
            <a:ext cx="3985247" cy="3124508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3611CD5-AFB0-9985-D5F6-4C5101806738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159D9A-2134-5565-9625-31A6D601E112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A3DFFBB-6EB4-A506-9AA4-5CBE701D75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6E4-64C0-37A2-D8D1-B083EEDB5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66F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28A232-4877-ECB8-77C6-BD8BF9F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C52F2-7F5E-7AB9-35C8-0D7DA40F0CC6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C74F88-CBEE-F3E1-88DE-9AFE59A7D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87E131-D314-2CAA-47DC-F1E10B51FE28}"/>
              </a:ext>
            </a:extLst>
          </p:cNvPr>
          <p:cNvSpPr/>
          <p:nvPr userDrawn="1"/>
        </p:nvSpPr>
        <p:spPr>
          <a:xfrm flipH="1" flipV="1">
            <a:off x="8101534" y="2004293"/>
            <a:ext cx="2107444" cy="1907186"/>
          </a:xfrm>
          <a:custGeom>
            <a:avLst/>
            <a:gdLst>
              <a:gd name="connsiteX0" fmla="*/ 417843 w 2074935"/>
              <a:gd name="connsiteY0" fmla="*/ 0 h 1877766"/>
              <a:gd name="connsiteX1" fmla="*/ 0 w 2074935"/>
              <a:gd name="connsiteY1" fmla="*/ 0 h 1877766"/>
              <a:gd name="connsiteX2" fmla="*/ 0 w 2074935"/>
              <a:gd name="connsiteY2" fmla="*/ 1877767 h 1877766"/>
              <a:gd name="connsiteX3" fmla="*/ 2074935 w 2074935"/>
              <a:gd name="connsiteY3" fmla="*/ 1877767 h 1877766"/>
              <a:gd name="connsiteX4" fmla="*/ 2074935 w 2074935"/>
              <a:gd name="connsiteY4" fmla="*/ 1657093 h 1877766"/>
              <a:gd name="connsiteX5" fmla="*/ 417843 w 2074935"/>
              <a:gd name="connsiteY5" fmla="*/ 0 h 18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4935" h="1877766">
                <a:moveTo>
                  <a:pt x="417843" y="0"/>
                </a:moveTo>
                <a:lnTo>
                  <a:pt x="0" y="0"/>
                </a:lnTo>
                <a:cubicBezTo>
                  <a:pt x="0" y="0"/>
                  <a:pt x="0" y="1877767"/>
                  <a:pt x="0" y="1877767"/>
                </a:cubicBezTo>
                <a:lnTo>
                  <a:pt x="2074935" y="1877767"/>
                </a:lnTo>
                <a:cubicBezTo>
                  <a:pt x="2074935" y="1877767"/>
                  <a:pt x="2074935" y="1657093"/>
                  <a:pt x="2074935" y="1657093"/>
                </a:cubicBezTo>
                <a:cubicBezTo>
                  <a:pt x="2074935" y="745648"/>
                  <a:pt x="1329190" y="0"/>
                  <a:pt x="41784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34E1C845-808B-5601-2B7E-AE9AE3740430}"/>
              </a:ext>
            </a:extLst>
          </p:cNvPr>
          <p:cNvGrpSpPr/>
          <p:nvPr userDrawn="1"/>
        </p:nvGrpSpPr>
        <p:grpSpPr>
          <a:xfrm flipH="1" flipV="1">
            <a:off x="6631380" y="995985"/>
            <a:ext cx="4605245" cy="4167637"/>
            <a:chOff x="7648082" y="1376403"/>
            <a:chExt cx="4534204" cy="4103346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5C319-1459-9B67-4900-C2422BD8E0DA}"/>
                </a:ext>
              </a:extLst>
            </p:cNvPr>
            <p:cNvSpPr/>
            <p:nvPr/>
          </p:nvSpPr>
          <p:spPr>
            <a:xfrm>
              <a:off x="8530292" y="2443252"/>
              <a:ext cx="2399924" cy="2171868"/>
            </a:xfrm>
            <a:custGeom>
              <a:avLst/>
              <a:gdLst>
                <a:gd name="connsiteX0" fmla="*/ 483209 w 2399924"/>
                <a:gd name="connsiteY0" fmla="*/ 0 h 2171868"/>
                <a:gd name="connsiteX1" fmla="*/ 0 w 2399924"/>
                <a:gd name="connsiteY1" fmla="*/ 0 h 2171868"/>
                <a:gd name="connsiteX2" fmla="*/ 0 w 2399924"/>
                <a:gd name="connsiteY2" fmla="*/ 2171869 h 2171868"/>
                <a:gd name="connsiteX3" fmla="*/ 2399924 w 2399924"/>
                <a:gd name="connsiteY3" fmla="*/ 2171869 h 2171868"/>
                <a:gd name="connsiteX4" fmla="*/ 2399924 w 2399924"/>
                <a:gd name="connsiteY4" fmla="*/ 1916715 h 2171868"/>
                <a:gd name="connsiteX5" fmla="*/ 483307 w 2399924"/>
                <a:gd name="connsiteY5" fmla="*/ 97 h 217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9924" h="2171868">
                  <a:moveTo>
                    <a:pt x="483209" y="0"/>
                  </a:moveTo>
                  <a:lnTo>
                    <a:pt x="0" y="0"/>
                  </a:lnTo>
                  <a:cubicBezTo>
                    <a:pt x="0" y="0"/>
                    <a:pt x="0" y="2171869"/>
                    <a:pt x="0" y="2171869"/>
                  </a:cubicBezTo>
                  <a:lnTo>
                    <a:pt x="2399924" y="2171869"/>
                  </a:lnTo>
                  <a:cubicBezTo>
                    <a:pt x="2399924" y="2171869"/>
                    <a:pt x="2399924" y="1916715"/>
                    <a:pt x="2399924" y="1916715"/>
                  </a:cubicBezTo>
                  <a:cubicBezTo>
                    <a:pt x="2399924" y="862590"/>
                    <a:pt x="1537432" y="97"/>
                    <a:pt x="483307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159866-CB6A-C839-13AE-22E86CF7C24E}"/>
                </a:ext>
              </a:extLst>
            </p:cNvPr>
            <p:cNvSpPr/>
            <p:nvPr/>
          </p:nvSpPr>
          <p:spPr>
            <a:xfrm>
              <a:off x="8450064" y="2346222"/>
              <a:ext cx="2593887" cy="2347475"/>
            </a:xfrm>
            <a:custGeom>
              <a:avLst/>
              <a:gdLst>
                <a:gd name="connsiteX0" fmla="*/ 522352 w 2593887"/>
                <a:gd name="connsiteY0" fmla="*/ 0 h 2347475"/>
                <a:gd name="connsiteX1" fmla="*/ 0 w 2593887"/>
                <a:gd name="connsiteY1" fmla="*/ 0 h 2347475"/>
                <a:gd name="connsiteX2" fmla="*/ 0 w 2593887"/>
                <a:gd name="connsiteY2" fmla="*/ 2347475 h 2347475"/>
                <a:gd name="connsiteX3" fmla="*/ 2593888 w 2593887"/>
                <a:gd name="connsiteY3" fmla="*/ 2347475 h 2347475"/>
                <a:gd name="connsiteX4" fmla="*/ 2593888 w 2593887"/>
                <a:gd name="connsiteY4" fmla="*/ 2071633 h 2347475"/>
                <a:gd name="connsiteX5" fmla="*/ 522255 w 2593887"/>
                <a:gd name="connsiteY5" fmla="*/ 0 h 234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3887" h="2347475">
                  <a:moveTo>
                    <a:pt x="522352" y="0"/>
                  </a:moveTo>
                  <a:lnTo>
                    <a:pt x="0" y="0"/>
                  </a:lnTo>
                  <a:cubicBezTo>
                    <a:pt x="0" y="0"/>
                    <a:pt x="0" y="2347475"/>
                    <a:pt x="0" y="2347475"/>
                  </a:cubicBezTo>
                  <a:lnTo>
                    <a:pt x="2593888" y="2347475"/>
                  </a:lnTo>
                  <a:cubicBezTo>
                    <a:pt x="2593888" y="2347475"/>
                    <a:pt x="2593888" y="2071633"/>
                    <a:pt x="2593888" y="2071633"/>
                  </a:cubicBezTo>
                  <a:cubicBezTo>
                    <a:pt x="2593888" y="932230"/>
                    <a:pt x="1661658" y="0"/>
                    <a:pt x="52225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F30909-7351-CC52-AD47-DC0F1719BF2D}"/>
                </a:ext>
              </a:extLst>
            </p:cNvPr>
            <p:cNvSpPr/>
            <p:nvPr/>
          </p:nvSpPr>
          <p:spPr>
            <a:xfrm>
              <a:off x="8369837" y="2249289"/>
              <a:ext cx="2787948" cy="2522984"/>
            </a:xfrm>
            <a:custGeom>
              <a:avLst/>
              <a:gdLst>
                <a:gd name="connsiteX0" fmla="*/ 561397 w 2787948"/>
                <a:gd name="connsiteY0" fmla="*/ 0 h 2522984"/>
                <a:gd name="connsiteX1" fmla="*/ 0 w 2787948"/>
                <a:gd name="connsiteY1" fmla="*/ 0 h 2522984"/>
                <a:gd name="connsiteX2" fmla="*/ 0 w 2787948"/>
                <a:gd name="connsiteY2" fmla="*/ 2522985 h 2522984"/>
                <a:gd name="connsiteX3" fmla="*/ 2787949 w 2787948"/>
                <a:gd name="connsiteY3" fmla="*/ 2522985 h 2522984"/>
                <a:gd name="connsiteX4" fmla="*/ 2787949 w 2787948"/>
                <a:gd name="connsiteY4" fmla="*/ 2226552 h 2522984"/>
                <a:gd name="connsiteX5" fmla="*/ 561397 w 2787948"/>
                <a:gd name="connsiteY5" fmla="*/ 0 h 252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7948" h="2522984">
                  <a:moveTo>
                    <a:pt x="561397" y="0"/>
                  </a:moveTo>
                  <a:lnTo>
                    <a:pt x="0" y="0"/>
                  </a:lnTo>
                  <a:cubicBezTo>
                    <a:pt x="0" y="0"/>
                    <a:pt x="0" y="2522985"/>
                    <a:pt x="0" y="2522985"/>
                  </a:cubicBezTo>
                  <a:lnTo>
                    <a:pt x="2787949" y="2522985"/>
                  </a:lnTo>
                  <a:cubicBezTo>
                    <a:pt x="2787949" y="2522985"/>
                    <a:pt x="2787949" y="2226552"/>
                    <a:pt x="2787949" y="2226552"/>
                  </a:cubicBezTo>
                  <a:cubicBezTo>
                    <a:pt x="2787949" y="1001968"/>
                    <a:pt x="1785981" y="0"/>
                    <a:pt x="561397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0931AF-A759-931D-1D54-6BA4FE51332E}"/>
                </a:ext>
              </a:extLst>
            </p:cNvPr>
            <p:cNvSpPr/>
            <p:nvPr/>
          </p:nvSpPr>
          <p:spPr>
            <a:xfrm>
              <a:off x="8289707" y="2152161"/>
              <a:ext cx="2982009" cy="2698688"/>
            </a:xfrm>
            <a:custGeom>
              <a:avLst/>
              <a:gdLst>
                <a:gd name="connsiteX0" fmla="*/ 600442 w 2982009"/>
                <a:gd name="connsiteY0" fmla="*/ 97 h 2698688"/>
                <a:gd name="connsiteX1" fmla="*/ 0 w 2982009"/>
                <a:gd name="connsiteY1" fmla="*/ 97 h 2698688"/>
                <a:gd name="connsiteX2" fmla="*/ 0 w 2982009"/>
                <a:gd name="connsiteY2" fmla="*/ 2698689 h 2698688"/>
                <a:gd name="connsiteX3" fmla="*/ 2982009 w 2982009"/>
                <a:gd name="connsiteY3" fmla="*/ 2698689 h 2698688"/>
                <a:gd name="connsiteX4" fmla="*/ 2982009 w 2982009"/>
                <a:gd name="connsiteY4" fmla="*/ 2381567 h 2698688"/>
                <a:gd name="connsiteX5" fmla="*/ 600442 w 2982009"/>
                <a:gd name="connsiteY5" fmla="*/ 0 h 269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009" h="2698688">
                  <a:moveTo>
                    <a:pt x="600442" y="97"/>
                  </a:moveTo>
                  <a:lnTo>
                    <a:pt x="0" y="97"/>
                  </a:lnTo>
                  <a:cubicBezTo>
                    <a:pt x="0" y="97"/>
                    <a:pt x="0" y="2698689"/>
                    <a:pt x="0" y="2698689"/>
                  </a:cubicBezTo>
                  <a:lnTo>
                    <a:pt x="2982009" y="2698689"/>
                  </a:lnTo>
                  <a:cubicBezTo>
                    <a:pt x="2982009" y="2698689"/>
                    <a:pt x="2982009" y="2381567"/>
                    <a:pt x="2982009" y="2381567"/>
                  </a:cubicBezTo>
                  <a:cubicBezTo>
                    <a:pt x="2982009" y="1071705"/>
                    <a:pt x="1910304" y="0"/>
                    <a:pt x="600442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16F574-8BC7-D7AC-1D88-DE833A637B09}"/>
                </a:ext>
              </a:extLst>
            </p:cNvPr>
            <p:cNvSpPr/>
            <p:nvPr/>
          </p:nvSpPr>
          <p:spPr>
            <a:xfrm>
              <a:off x="8209480" y="2055325"/>
              <a:ext cx="3175972" cy="2874197"/>
            </a:xfrm>
            <a:custGeom>
              <a:avLst/>
              <a:gdLst>
                <a:gd name="connsiteX0" fmla="*/ 639488 w 3175972"/>
                <a:gd name="connsiteY0" fmla="*/ 0 h 2874197"/>
                <a:gd name="connsiteX1" fmla="*/ 0 w 3175972"/>
                <a:gd name="connsiteY1" fmla="*/ 0 h 2874197"/>
                <a:gd name="connsiteX2" fmla="*/ 0 w 3175972"/>
                <a:gd name="connsiteY2" fmla="*/ 2874198 h 2874197"/>
                <a:gd name="connsiteX3" fmla="*/ 3175973 w 3175972"/>
                <a:gd name="connsiteY3" fmla="*/ 2874198 h 2874197"/>
                <a:gd name="connsiteX4" fmla="*/ 3175973 w 3175972"/>
                <a:gd name="connsiteY4" fmla="*/ 2536486 h 2874197"/>
                <a:gd name="connsiteX5" fmla="*/ 639488 w 3175972"/>
                <a:gd name="connsiteY5" fmla="*/ 0 h 28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5972" h="2874197">
                  <a:moveTo>
                    <a:pt x="639488" y="0"/>
                  </a:moveTo>
                  <a:lnTo>
                    <a:pt x="0" y="0"/>
                  </a:lnTo>
                  <a:cubicBezTo>
                    <a:pt x="0" y="0"/>
                    <a:pt x="0" y="2874198"/>
                    <a:pt x="0" y="2874198"/>
                  </a:cubicBezTo>
                  <a:lnTo>
                    <a:pt x="3175973" y="2874198"/>
                  </a:lnTo>
                  <a:cubicBezTo>
                    <a:pt x="3175973" y="2874198"/>
                    <a:pt x="3175973" y="2536486"/>
                    <a:pt x="3175973" y="2536486"/>
                  </a:cubicBezTo>
                  <a:cubicBezTo>
                    <a:pt x="3175973" y="1141443"/>
                    <a:pt x="2034530" y="0"/>
                    <a:pt x="63948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DA0745-5885-DD71-E99D-D5D1B0CF86E4}"/>
                </a:ext>
              </a:extLst>
            </p:cNvPr>
            <p:cNvSpPr/>
            <p:nvPr/>
          </p:nvSpPr>
          <p:spPr>
            <a:xfrm>
              <a:off x="8129252" y="1958294"/>
              <a:ext cx="3370033" cy="3049804"/>
            </a:xfrm>
            <a:custGeom>
              <a:avLst/>
              <a:gdLst>
                <a:gd name="connsiteX0" fmla="*/ 678630 w 3370033"/>
                <a:gd name="connsiteY0" fmla="*/ 0 h 3049804"/>
                <a:gd name="connsiteX1" fmla="*/ 0 w 3370033"/>
                <a:gd name="connsiteY1" fmla="*/ 0 h 3049804"/>
                <a:gd name="connsiteX2" fmla="*/ 0 w 3370033"/>
                <a:gd name="connsiteY2" fmla="*/ 3049804 h 3049804"/>
                <a:gd name="connsiteX3" fmla="*/ 3370034 w 3370033"/>
                <a:gd name="connsiteY3" fmla="*/ 3049804 h 3049804"/>
                <a:gd name="connsiteX4" fmla="*/ 3370034 w 3370033"/>
                <a:gd name="connsiteY4" fmla="*/ 2691404 h 3049804"/>
                <a:gd name="connsiteX5" fmla="*/ 678630 w 3370033"/>
                <a:gd name="connsiteY5" fmla="*/ 0 h 304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0033" h="3049804">
                  <a:moveTo>
                    <a:pt x="678630" y="0"/>
                  </a:moveTo>
                  <a:lnTo>
                    <a:pt x="0" y="0"/>
                  </a:lnTo>
                  <a:cubicBezTo>
                    <a:pt x="0" y="0"/>
                    <a:pt x="0" y="3049804"/>
                    <a:pt x="0" y="3049804"/>
                  </a:cubicBezTo>
                  <a:lnTo>
                    <a:pt x="3370034" y="3049804"/>
                  </a:lnTo>
                  <a:cubicBezTo>
                    <a:pt x="3370034" y="3049804"/>
                    <a:pt x="3370034" y="2691404"/>
                    <a:pt x="3370034" y="2691404"/>
                  </a:cubicBezTo>
                  <a:cubicBezTo>
                    <a:pt x="3370034" y="1211083"/>
                    <a:pt x="2158854" y="0"/>
                    <a:pt x="678630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BD5391-22D2-56B7-1561-4B7441FCF11E}"/>
                </a:ext>
              </a:extLst>
            </p:cNvPr>
            <p:cNvSpPr/>
            <p:nvPr/>
          </p:nvSpPr>
          <p:spPr>
            <a:xfrm>
              <a:off x="8049122" y="1861361"/>
              <a:ext cx="3564094" cy="3225410"/>
            </a:xfrm>
            <a:custGeom>
              <a:avLst/>
              <a:gdLst>
                <a:gd name="connsiteX0" fmla="*/ 717675 w 3564094"/>
                <a:gd name="connsiteY0" fmla="*/ 0 h 3225410"/>
                <a:gd name="connsiteX1" fmla="*/ 0 w 3564094"/>
                <a:gd name="connsiteY1" fmla="*/ 0 h 3225410"/>
                <a:gd name="connsiteX2" fmla="*/ 0 w 3564094"/>
                <a:gd name="connsiteY2" fmla="*/ 3225411 h 3225410"/>
                <a:gd name="connsiteX3" fmla="*/ 3564095 w 3564094"/>
                <a:gd name="connsiteY3" fmla="*/ 3225411 h 3225410"/>
                <a:gd name="connsiteX4" fmla="*/ 3564095 w 3564094"/>
                <a:gd name="connsiteY4" fmla="*/ 2846420 h 3225410"/>
                <a:gd name="connsiteX5" fmla="*/ 717675 w 3564094"/>
                <a:gd name="connsiteY5" fmla="*/ 0 h 322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094" h="3225410">
                  <a:moveTo>
                    <a:pt x="717675" y="0"/>
                  </a:moveTo>
                  <a:lnTo>
                    <a:pt x="0" y="0"/>
                  </a:lnTo>
                  <a:cubicBezTo>
                    <a:pt x="0" y="0"/>
                    <a:pt x="0" y="3225411"/>
                    <a:pt x="0" y="3225411"/>
                  </a:cubicBezTo>
                  <a:lnTo>
                    <a:pt x="3564095" y="3225411"/>
                  </a:lnTo>
                  <a:cubicBezTo>
                    <a:pt x="3564095" y="3225411"/>
                    <a:pt x="3564095" y="2846420"/>
                    <a:pt x="3564095" y="2846420"/>
                  </a:cubicBezTo>
                  <a:cubicBezTo>
                    <a:pt x="3564095" y="1280918"/>
                    <a:pt x="2283177" y="0"/>
                    <a:pt x="71767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1AE05-5125-9A0C-2234-D4571A7B8751}"/>
                </a:ext>
              </a:extLst>
            </p:cNvPr>
            <p:cNvSpPr/>
            <p:nvPr/>
          </p:nvSpPr>
          <p:spPr>
            <a:xfrm>
              <a:off x="7968895" y="1764331"/>
              <a:ext cx="3758058" cy="3401017"/>
            </a:xfrm>
            <a:custGeom>
              <a:avLst/>
              <a:gdLst>
                <a:gd name="connsiteX0" fmla="*/ 756721 w 3758058"/>
                <a:gd name="connsiteY0" fmla="*/ 0 h 3401017"/>
                <a:gd name="connsiteX1" fmla="*/ 0 w 3758058"/>
                <a:gd name="connsiteY1" fmla="*/ 0 h 3401017"/>
                <a:gd name="connsiteX2" fmla="*/ 0 w 3758058"/>
                <a:gd name="connsiteY2" fmla="*/ 3401018 h 3401017"/>
                <a:gd name="connsiteX3" fmla="*/ 3758058 w 3758058"/>
                <a:gd name="connsiteY3" fmla="*/ 3401018 h 3401017"/>
                <a:gd name="connsiteX4" fmla="*/ 3758058 w 3758058"/>
                <a:gd name="connsiteY4" fmla="*/ 3001435 h 3401017"/>
                <a:gd name="connsiteX5" fmla="*/ 756721 w 3758058"/>
                <a:gd name="connsiteY5" fmla="*/ 97 h 340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8058" h="3401017">
                  <a:moveTo>
                    <a:pt x="756721" y="0"/>
                  </a:moveTo>
                  <a:lnTo>
                    <a:pt x="0" y="0"/>
                  </a:lnTo>
                  <a:cubicBezTo>
                    <a:pt x="0" y="0"/>
                    <a:pt x="0" y="3401018"/>
                    <a:pt x="0" y="3401018"/>
                  </a:cubicBezTo>
                  <a:lnTo>
                    <a:pt x="3758058" y="3401018"/>
                  </a:lnTo>
                  <a:cubicBezTo>
                    <a:pt x="3758058" y="3401018"/>
                    <a:pt x="3758058" y="3001435"/>
                    <a:pt x="3758058" y="3001435"/>
                  </a:cubicBezTo>
                  <a:cubicBezTo>
                    <a:pt x="3758058" y="1350655"/>
                    <a:pt x="2407403" y="97"/>
                    <a:pt x="756721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E28954-65CE-131F-B818-C57CE2823510}"/>
                </a:ext>
              </a:extLst>
            </p:cNvPr>
            <p:cNvSpPr/>
            <p:nvPr/>
          </p:nvSpPr>
          <p:spPr>
            <a:xfrm>
              <a:off x="7888667" y="1667300"/>
              <a:ext cx="3952119" cy="3576623"/>
            </a:xfrm>
            <a:custGeom>
              <a:avLst/>
              <a:gdLst>
                <a:gd name="connsiteX0" fmla="*/ 795863 w 3952119"/>
                <a:gd name="connsiteY0" fmla="*/ 97 h 3576623"/>
                <a:gd name="connsiteX1" fmla="*/ 0 w 3952119"/>
                <a:gd name="connsiteY1" fmla="*/ 97 h 3576623"/>
                <a:gd name="connsiteX2" fmla="*/ 0 w 3952119"/>
                <a:gd name="connsiteY2" fmla="*/ 3576624 h 3576623"/>
                <a:gd name="connsiteX3" fmla="*/ 3952119 w 3952119"/>
                <a:gd name="connsiteY3" fmla="*/ 3576624 h 3576623"/>
                <a:gd name="connsiteX4" fmla="*/ 3952119 w 3952119"/>
                <a:gd name="connsiteY4" fmla="*/ 3156353 h 3576623"/>
                <a:gd name="connsiteX5" fmla="*/ 795766 w 3952119"/>
                <a:gd name="connsiteY5" fmla="*/ 0 h 357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119" h="3576623">
                  <a:moveTo>
                    <a:pt x="795863" y="97"/>
                  </a:moveTo>
                  <a:lnTo>
                    <a:pt x="0" y="97"/>
                  </a:lnTo>
                  <a:cubicBezTo>
                    <a:pt x="0" y="97"/>
                    <a:pt x="0" y="3576624"/>
                    <a:pt x="0" y="3576624"/>
                  </a:cubicBezTo>
                  <a:lnTo>
                    <a:pt x="3952119" y="3576624"/>
                  </a:lnTo>
                  <a:cubicBezTo>
                    <a:pt x="3952119" y="3576624"/>
                    <a:pt x="3952119" y="3156353"/>
                    <a:pt x="3952119" y="3156353"/>
                  </a:cubicBezTo>
                  <a:cubicBezTo>
                    <a:pt x="3952119" y="1420393"/>
                    <a:pt x="2531726" y="0"/>
                    <a:pt x="79576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C51F013-799A-B6B0-F45A-E627BC708A2E}"/>
                </a:ext>
              </a:extLst>
            </p:cNvPr>
            <p:cNvSpPr/>
            <p:nvPr/>
          </p:nvSpPr>
          <p:spPr>
            <a:xfrm>
              <a:off x="7808537" y="1570367"/>
              <a:ext cx="4146179" cy="3752133"/>
            </a:xfrm>
            <a:custGeom>
              <a:avLst/>
              <a:gdLst>
                <a:gd name="connsiteX0" fmla="*/ 834811 w 4146179"/>
                <a:gd name="connsiteY0" fmla="*/ 0 h 3752133"/>
                <a:gd name="connsiteX1" fmla="*/ 0 w 4146179"/>
                <a:gd name="connsiteY1" fmla="*/ 0 h 3752133"/>
                <a:gd name="connsiteX2" fmla="*/ 0 w 4146179"/>
                <a:gd name="connsiteY2" fmla="*/ 3752134 h 3752133"/>
                <a:gd name="connsiteX3" fmla="*/ 4146180 w 4146179"/>
                <a:gd name="connsiteY3" fmla="*/ 3752134 h 3752133"/>
                <a:gd name="connsiteX4" fmla="*/ 4146180 w 4146179"/>
                <a:gd name="connsiteY4" fmla="*/ 3311272 h 3752133"/>
                <a:gd name="connsiteX5" fmla="*/ 834908 w 4146179"/>
                <a:gd name="connsiteY5" fmla="*/ 0 h 37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179" h="3752133">
                  <a:moveTo>
                    <a:pt x="834811" y="0"/>
                  </a:moveTo>
                  <a:lnTo>
                    <a:pt x="0" y="0"/>
                  </a:lnTo>
                  <a:cubicBezTo>
                    <a:pt x="0" y="0"/>
                    <a:pt x="0" y="3752134"/>
                    <a:pt x="0" y="3752134"/>
                  </a:cubicBezTo>
                  <a:lnTo>
                    <a:pt x="4146180" y="3752134"/>
                  </a:lnTo>
                  <a:cubicBezTo>
                    <a:pt x="4146180" y="3752134"/>
                    <a:pt x="4146180" y="3311272"/>
                    <a:pt x="4146180" y="3311272"/>
                  </a:cubicBezTo>
                  <a:cubicBezTo>
                    <a:pt x="4146180" y="1490034"/>
                    <a:pt x="2656147" y="0"/>
                    <a:pt x="83490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26D6E7-2D9B-14BD-E404-BFE5AE25DAAB}"/>
                </a:ext>
              </a:extLst>
            </p:cNvPr>
            <p:cNvSpPr/>
            <p:nvPr/>
          </p:nvSpPr>
          <p:spPr>
            <a:xfrm>
              <a:off x="7728310" y="1473337"/>
              <a:ext cx="4340143" cy="3927837"/>
            </a:xfrm>
            <a:custGeom>
              <a:avLst/>
              <a:gdLst>
                <a:gd name="connsiteX0" fmla="*/ 873954 w 4340143"/>
                <a:gd name="connsiteY0" fmla="*/ 97 h 3927837"/>
                <a:gd name="connsiteX1" fmla="*/ 0 w 4340143"/>
                <a:gd name="connsiteY1" fmla="*/ 97 h 3927837"/>
                <a:gd name="connsiteX2" fmla="*/ 0 w 4340143"/>
                <a:gd name="connsiteY2" fmla="*/ 3927837 h 3927837"/>
                <a:gd name="connsiteX3" fmla="*/ 4340144 w 4340143"/>
                <a:gd name="connsiteY3" fmla="*/ 3927837 h 3927837"/>
                <a:gd name="connsiteX4" fmla="*/ 4340144 w 4340143"/>
                <a:gd name="connsiteY4" fmla="*/ 3466287 h 3927837"/>
                <a:gd name="connsiteX5" fmla="*/ 873856 w 4340143"/>
                <a:gd name="connsiteY5" fmla="*/ 0 h 392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143" h="3927837">
                  <a:moveTo>
                    <a:pt x="873954" y="97"/>
                  </a:moveTo>
                  <a:lnTo>
                    <a:pt x="0" y="97"/>
                  </a:lnTo>
                  <a:cubicBezTo>
                    <a:pt x="0" y="97"/>
                    <a:pt x="0" y="3927837"/>
                    <a:pt x="0" y="3927837"/>
                  </a:cubicBezTo>
                  <a:lnTo>
                    <a:pt x="4340144" y="3927837"/>
                  </a:lnTo>
                  <a:cubicBezTo>
                    <a:pt x="4340144" y="3927837"/>
                    <a:pt x="4340144" y="3466287"/>
                    <a:pt x="4340144" y="3466287"/>
                  </a:cubicBezTo>
                  <a:cubicBezTo>
                    <a:pt x="4340144" y="1559868"/>
                    <a:pt x="2780373" y="0"/>
                    <a:pt x="87385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A8DCA0-D108-7703-A19B-60B550033138}"/>
                </a:ext>
              </a:extLst>
            </p:cNvPr>
            <p:cNvSpPr/>
            <p:nvPr/>
          </p:nvSpPr>
          <p:spPr>
            <a:xfrm>
              <a:off x="7648082" y="1376403"/>
              <a:ext cx="4534204" cy="4103346"/>
            </a:xfrm>
            <a:custGeom>
              <a:avLst/>
              <a:gdLst>
                <a:gd name="connsiteX0" fmla="*/ 912999 w 4534204"/>
                <a:gd name="connsiteY0" fmla="*/ 0 h 4103346"/>
                <a:gd name="connsiteX1" fmla="*/ 0 w 4534204"/>
                <a:gd name="connsiteY1" fmla="*/ 0 h 4103346"/>
                <a:gd name="connsiteX2" fmla="*/ 0 w 4534204"/>
                <a:gd name="connsiteY2" fmla="*/ 4103347 h 4103346"/>
                <a:gd name="connsiteX3" fmla="*/ 4534205 w 4534204"/>
                <a:gd name="connsiteY3" fmla="*/ 4103347 h 4103346"/>
                <a:gd name="connsiteX4" fmla="*/ 4534205 w 4534204"/>
                <a:gd name="connsiteY4" fmla="*/ 3621206 h 4103346"/>
                <a:gd name="connsiteX5" fmla="*/ 912999 w 4534204"/>
                <a:gd name="connsiteY5" fmla="*/ 0 h 410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4204" h="4103346">
                  <a:moveTo>
                    <a:pt x="912999" y="0"/>
                  </a:moveTo>
                  <a:lnTo>
                    <a:pt x="0" y="0"/>
                  </a:lnTo>
                  <a:cubicBezTo>
                    <a:pt x="0" y="0"/>
                    <a:pt x="0" y="4103347"/>
                    <a:pt x="0" y="4103347"/>
                  </a:cubicBezTo>
                  <a:lnTo>
                    <a:pt x="4534205" y="4103347"/>
                  </a:lnTo>
                  <a:cubicBezTo>
                    <a:pt x="4534205" y="4103347"/>
                    <a:pt x="4534205" y="3621206"/>
                    <a:pt x="4534205" y="3621206"/>
                  </a:cubicBezTo>
                  <a:cubicBezTo>
                    <a:pt x="4534205" y="1629509"/>
                    <a:pt x="2904696" y="0"/>
                    <a:pt x="912999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4A18471-8279-D2BD-A87C-F3929C62A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398" y="2246255"/>
            <a:ext cx="3680538" cy="3330822"/>
          </a:xfrm>
          <a:custGeom>
            <a:avLst/>
            <a:gdLst>
              <a:gd name="connsiteX0" fmla="*/ 0 w 3623762"/>
              <a:gd name="connsiteY0" fmla="*/ 0 h 3279440"/>
              <a:gd name="connsiteX1" fmla="*/ 3623762 w 3623762"/>
              <a:gd name="connsiteY1" fmla="*/ 0 h 3279440"/>
              <a:gd name="connsiteX2" fmla="*/ 3623762 w 3623762"/>
              <a:gd name="connsiteY2" fmla="*/ 3279333 h 3279440"/>
              <a:gd name="connsiteX3" fmla="*/ 2894067 w 3623762"/>
              <a:gd name="connsiteY3" fmla="*/ 3279333 h 3279440"/>
              <a:gd name="connsiteX4" fmla="*/ 2894067 w 3623762"/>
              <a:gd name="connsiteY4" fmla="*/ 3279440 h 3279440"/>
              <a:gd name="connsiteX5" fmla="*/ 0 w 3623762"/>
              <a:gd name="connsiteY5" fmla="*/ 385375 h 3279440"/>
              <a:gd name="connsiteX6" fmla="*/ 0 w 3623762"/>
              <a:gd name="connsiteY6" fmla="*/ 0 h 327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3762" h="3279440">
                <a:moveTo>
                  <a:pt x="0" y="0"/>
                </a:moveTo>
                <a:lnTo>
                  <a:pt x="3623762" y="0"/>
                </a:lnTo>
                <a:cubicBezTo>
                  <a:pt x="3623762" y="0"/>
                  <a:pt x="3623762" y="3279333"/>
                  <a:pt x="3623762" y="3279333"/>
                </a:cubicBezTo>
                <a:lnTo>
                  <a:pt x="2894067" y="3279333"/>
                </a:lnTo>
                <a:lnTo>
                  <a:pt x="2894067" y="3279440"/>
                </a:lnTo>
                <a:cubicBezTo>
                  <a:pt x="1302277" y="3279440"/>
                  <a:pt x="0" y="1977056"/>
                  <a:pt x="0" y="385375"/>
                </a:cubicBezTo>
                <a:cubicBezTo>
                  <a:pt x="0" y="385375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6BBF8F-B8DC-ADC4-090F-93E56E33656F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C817E87-37D1-907A-EC0C-17E0A1FD9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2B8BC-7A0A-5981-70EF-5E8172A7D264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0EC4-B7E2-0F19-7556-4D251C975D50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1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group of glass containers&#10;&#10;AI-generated content may be incorrect.">
            <a:extLst>
              <a:ext uri="{FF2B5EF4-FFF2-40B4-BE49-F238E27FC236}">
                <a16:creationId xmlns:a16="http://schemas.microsoft.com/office/drawing/2014/main" id="{F1CB07E2-B7B0-E917-3452-648511646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0"/>
            <a:ext cx="6858002" cy="121920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8F036F-B73B-206A-778C-8CA7CA42531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900D4C8-3F2F-6B7B-1B41-661B4D5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44" y="3264375"/>
            <a:ext cx="4566307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FA5D4-834B-B7DB-0D7C-F8B8C92FF4F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33ED4-988D-D493-5518-B6B096AEA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2C70A3-2629-E214-6F86-4E3AEBCA6518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B45DD6-2169-C308-D859-B9FCC208DD89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1CBD87B-A4E1-EB65-94CC-E92F6962B0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87" y="6123547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6512D8-4A24-7606-C8C8-CB9B880B0DFD}"/>
              </a:ext>
            </a:extLst>
          </p:cNvPr>
          <p:cNvGrpSpPr/>
          <p:nvPr userDrawn="1"/>
        </p:nvGrpSpPr>
        <p:grpSpPr>
          <a:xfrm>
            <a:off x="10095861" y="6117112"/>
            <a:ext cx="1967551" cy="552450"/>
            <a:chOff x="10095861" y="6117112"/>
            <a:chExt cx="1967551" cy="552450"/>
          </a:xfrm>
          <a:solidFill>
            <a:schemeClr val="bg1"/>
          </a:solidFill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02A7DF9-B37B-389F-B4E6-5743B1679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EB226B-2AD6-AE1D-6396-CF295B80C27D}"/>
                </a:ext>
              </a:extLst>
            </p:cNvPr>
            <p:cNvSpPr txBox="1"/>
            <p:nvPr userDrawn="1"/>
          </p:nvSpPr>
          <p:spPr>
            <a:xfrm>
              <a:off x="10095861" y="6398464"/>
              <a:ext cx="15382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409FA-1683-078F-E2BC-BE0F2F4A719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9474E-02B0-3098-EB0B-DA2342976B4D}"/>
              </a:ext>
            </a:extLst>
          </p:cNvPr>
          <p:cNvCxnSpPr>
            <a:cxnSpLocks/>
          </p:cNvCxnSpPr>
          <p:nvPr userDrawn="1"/>
        </p:nvCxnSpPr>
        <p:spPr>
          <a:xfrm>
            <a:off x="10161224" y="6652380"/>
            <a:ext cx="13973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wavy line&#10;&#10;AI-generated content may be incorrect.">
            <a:extLst>
              <a:ext uri="{FF2B5EF4-FFF2-40B4-BE49-F238E27FC236}">
                <a16:creationId xmlns:a16="http://schemas.microsoft.com/office/drawing/2014/main" id="{F82627BD-2194-EE22-0CF0-BD316FB64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20F0F8-0D58-5C5B-5281-125C1B16ECFD}"/>
              </a:ext>
            </a:extLst>
          </p:cNvPr>
          <p:cNvSpPr txBox="1">
            <a:spLocks/>
          </p:cNvSpPr>
          <p:nvPr userDrawn="1"/>
        </p:nvSpPr>
        <p:spPr>
          <a:xfrm>
            <a:off x="579657" y="483467"/>
            <a:ext cx="564055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2DDD0E-CFBF-2A1A-85C6-78DB4254DEE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AFB9CBA-BCE5-2DA2-8162-FF8B4C772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1815C-EFFB-B78F-B4DC-657BFCA333B3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03ED1-E747-0ED8-C498-4334DDA8AF2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2FAD78F-C794-A499-B33E-7568613E73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350" y="6139150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24C-8ACB-22A5-D15F-C75A98C4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228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89582-B189-A9E8-8FDE-23D44899C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405" y="433633"/>
            <a:ext cx="5553585" cy="5611908"/>
          </a:xfrm>
          <a:prstGeom prst="rect">
            <a:avLst/>
          </a:prstGeom>
        </p:spPr>
      </p:pic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A29F5D11-F0EB-D315-ACF8-3E612C13B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1110" y="193913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0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35F0B9-D817-FD68-8C37-CB9F7EF8B3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7675" y="-284409"/>
            <a:ext cx="12693303" cy="714240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ACF39A-EA1F-2542-9FB4-61FC33E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0BFAD0-FB8C-C9FA-E7BD-585D364E4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901429" y="1690688"/>
            <a:ext cx="4555281" cy="41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4AE8-B731-53ED-A268-E6F75EF93726}"/>
              </a:ext>
            </a:extLst>
          </p:cNvPr>
          <p:cNvSpPr/>
          <p:nvPr userDrawn="1"/>
        </p:nvSpPr>
        <p:spPr>
          <a:xfrm>
            <a:off x="-65975" y="3302000"/>
            <a:ext cx="11597633" cy="3555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58C8F2-88E3-DEF6-7A2E-4B38B6FD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7C1990-4C55-516B-A96A-DD2011C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5153C4C-5329-992D-9290-5CA19D6C7FF1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D1AF69-696E-89D8-3289-AAF624999AE7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B21F52B-5140-C1ED-D7EE-AA12A5A45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0DA9DE-AC7F-9695-F16F-960DAB5C3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18C415-1AD3-68CD-3D0E-F7A3C44311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3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6F9D-963A-1B9D-98D0-5F6BF0E0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828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290CCC2A-40EB-0D82-E905-FF557D7F8E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9282" y="4396192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31E0CB6-4089-9068-93DB-8071DA5E09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9282" y="2340703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ADACF33-9F9F-E677-EE4F-2D9B8F4B73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282" y="369206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8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BE7676-D194-3757-6C4A-4A8F2EACE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6570" y="1486885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CF1B89-2998-7866-72D7-94D884175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6570" y="3931313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CFC4595-2E31-2239-8DF7-1CF97AB37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01326" y="1479028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F21ADA-893B-C0F3-E52C-6E3BD116BB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1326" y="3923456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9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53F31-B3AB-430C-AFA3-86D131772CC2}"/>
              </a:ext>
            </a:extLst>
          </p:cNvPr>
          <p:cNvSpPr/>
          <p:nvPr userDrawn="1"/>
        </p:nvSpPr>
        <p:spPr>
          <a:xfrm>
            <a:off x="8494250" y="405676"/>
            <a:ext cx="3200873" cy="4176409"/>
          </a:xfrm>
          <a:prstGeom prst="roundRect">
            <a:avLst/>
          </a:prstGeom>
          <a:solidFill>
            <a:srgbClr val="8C4FF4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995FE-E141-4F64-7920-7D05438C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E8EDE16-1BE2-53C6-6F0B-83CC3E613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0702C-6CC6-15E3-0EA3-4B19A8E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57D0-2662-53E7-1EC3-61C5B43D47D2}"/>
              </a:ext>
            </a:extLst>
          </p:cNvPr>
          <p:cNvSpPr txBox="1"/>
          <p:nvPr userDrawn="1"/>
        </p:nvSpPr>
        <p:spPr>
          <a:xfrm>
            <a:off x="7806670" y="3910333"/>
            <a:ext cx="28692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>
                <a:solidFill>
                  <a:schemeClr val="accent5"/>
                </a:solidFill>
                <a:latin typeface="+mj-lt"/>
              </a:rPr>
              <a:t>Strategic Planning</a:t>
            </a:r>
            <a:endParaRPr lang="en-US" sz="44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0CB651-754A-63A4-06DE-D4A712935DED}"/>
              </a:ext>
            </a:extLst>
          </p:cNvPr>
          <p:cNvSpPr/>
          <p:nvPr userDrawn="1"/>
        </p:nvSpPr>
        <p:spPr>
          <a:xfrm>
            <a:off x="8223198" y="797541"/>
            <a:ext cx="1467957" cy="39881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2025 plan</a:t>
            </a:r>
          </a:p>
        </p:txBody>
      </p:sp>
    </p:spTree>
    <p:extLst>
      <p:ext uri="{BB962C8B-B14F-4D97-AF65-F5344CB8AC3E}">
        <p14:creationId xmlns:p14="http://schemas.microsoft.com/office/powerpoint/2010/main" val="3596971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281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42D9-B45F-7B82-66BA-5F1D68B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4346-FB20-FDDF-119D-352EB36D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562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40969-8270-FCE7-2A13-B5E47A1170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7B2D10B-B544-8D0A-68C3-1B2B488E6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042" y="-42042"/>
            <a:ext cx="12368083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889-721D-8916-BE9E-23C1EAC1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7354-5530-3418-27DF-153AF389F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8272-AA8A-84FA-0F3E-0C2B22C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F02C-9DD5-133B-3AC7-CE9E2323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6923-F478-DD29-DBD3-D99F5DE7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7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E6B-EFFC-575A-8018-B5DB0B15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FD77-06B5-0FA0-20F4-9BAD852B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5A3-F755-0DE1-F507-0BB8ED5D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04EE-022A-B040-1888-E110452F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7DA-F37F-36EB-CD10-3BD922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0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A7F-7002-B702-8D22-D69C3B8D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9AC37-B6C8-CA19-E354-1AB5DBAA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E27-FB65-6478-1667-F3A7472A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72D3-02E3-2C06-4945-4ACA0D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D5264-87C6-0D17-43E7-3EB9D12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9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BE52-A45C-496D-9AD1-1D6D514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27E7-0E95-8091-5C25-07C91C2A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041C-B74D-80F4-CF2D-D13FD08C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5A5CC-2683-0710-BB2A-41D1CCA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D98D-9D9B-EB4E-F948-08E22EB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64A4-09F9-F679-8A6A-763B16AF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002-E936-42F7-3C13-350577DD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7790-CF5D-2071-00E9-56580D76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A361-2114-8E3B-3E18-AAB6DCCB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87C69-A8D5-B381-1E8B-00E950CE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75A0-E90D-08BF-6B41-A2510E259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9C78-EB9C-F95B-620F-8C7AB6C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AC7CB-D263-7A57-A93F-71D36E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E12B0-1238-5700-FACD-1B858A5B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9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05EE-D538-1419-F786-8E9F86EA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67E47-BB84-2EDA-24F0-80F5E529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5B48C-D1BF-73B5-3EDD-857EA53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3E63-E1DA-D263-BB6F-E805AF13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67F2-3807-FA81-2875-472C2C71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57EB5-3E00-A2E2-D293-BEEA9D7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7B6A3-0811-995C-296B-B5F42137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3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C69F-F2DF-5AA6-41C6-53ADB7E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17B-3139-B735-C815-299F7A7B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FDBF8-D2C9-EE02-229E-F8ED779C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7CF0-E409-37CC-C853-AD62E58C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AB41-FF17-65A4-43BE-8E0916F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79EA-5E09-4211-84DF-54B09FC4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5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337C-E527-BEAD-C3E5-D2EAF97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3AA7-7898-9DE1-FE26-F276B6D4C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95A6-2AA1-BC65-B146-62B9C4DA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FDBA-A2F4-9FA8-6260-157104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0E2F-5C6B-8378-3EB5-56150E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023A9-F64F-F6C4-6ED0-F9DB9AB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1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EAF-8B63-88F3-58D6-B732902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12C81-ED4B-2E21-EB50-5682369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28AB-3FD6-4455-8B17-EF13820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874-31EB-4D12-27FA-CE61B2D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D838-C30D-3E6F-1D9D-039304E9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8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99D32-B49C-F15F-B74F-9C5A27A7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05B1B-F54F-F0A2-BB51-7112D02A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CD1-953E-E31F-CF16-647AA2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69A4-F851-0F8E-B709-E04DCBD7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EE52-6A89-226A-D0CD-621718FC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4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C751-9539-11ED-365B-EA245C6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50DF-3132-B144-1B5A-71A6FC10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6657-AC1A-3CBB-CB6C-34022BF601F4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61BCE77-9728-B9DF-A894-E699D5495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F97B2-799D-7BAB-6412-51072C1437DB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72446-6AA6-264F-4875-1B6A951A3895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1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9" r:id="rId11"/>
    <p:sldLayoutId id="2147483662" r:id="rId12"/>
    <p:sldLayoutId id="2147483665" r:id="rId13"/>
    <p:sldLayoutId id="2147483663" r:id="rId14"/>
    <p:sldLayoutId id="2147483666" r:id="rId15"/>
    <p:sldLayoutId id="2147483667" r:id="rId16"/>
    <p:sldLayoutId id="2147483668" r:id="rId17"/>
    <p:sldLayoutId id="2147483650" r:id="rId18"/>
    <p:sldLayoutId id="2147483671" r:id="rId19"/>
    <p:sldLayoutId id="2147483670" r:id="rId20"/>
    <p:sldLayoutId id="2147483672" r:id="rId21"/>
    <p:sldLayoutId id="2147483673" r:id="rId22"/>
    <p:sldLayoutId id="2147483651" r:id="rId23"/>
    <p:sldLayoutId id="2147483687" r:id="rId24"/>
    <p:sldLayoutId id="214748365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Medium" panose="00000600000000000000" pitchFamily="2" charset="0"/>
          <a:ea typeface="+mn-ea"/>
          <a:cs typeface="Poppins Medium" panose="000006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7478-957B-8004-0BA6-0B4FE12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278C-0DB2-3F92-52B7-08C91A2E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F1E4-27AA-7785-4407-D47EF108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9371-613E-EBD0-CB8F-C94B1AD34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A9A1-96CA-EA9A-C07B-B15E72AF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C2033-7521-C317-3C8D-C9158139320C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6039C41-FE40-33D9-BF28-46DDD12008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93F90A-9E86-6C25-E63C-A0426FB67EE9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DFB403-1619-6C9D-9A9B-569B0DDDCDAD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2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66FF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playlist?list=PLCInYL3l2AajYlZGzU_LVrHdoouf8W6ZN" TargetMode="External"/><Relationship Id="rId4" Type="http://schemas.openxmlformats.org/officeDocument/2006/relationships/hyperlink" Target="https://www.youtube.com/playlist?list=PLnzqK5HvcpwTgEDztQ8y4K4-VoeoK1QCG" TargetMode="External"/><Relationship Id="rId5" Type="http://schemas.openxmlformats.org/officeDocument/2006/relationships/hyperlink" Target="https://adelnasim.com/" TargetMode="External"/><Relationship Id="rId6" Type="http://schemas.openxmlformats.org/officeDocument/2006/relationships/hyperlink" Target="https://dev.java/learn/language-basics/controlling-flow/" TargetMode="External"/><Relationship Id="rId7" Type="http://schemas.openxmlformats.org/officeDocument/2006/relationships/hyperlink" Target="https://git-scm.com/book/en/v2/Getting-Started-What-is-Git%3F" TargetMode="External"/><Relationship Id="rId8" Type="http://schemas.openxmlformats.org/officeDocument/2006/relationships/hyperlink" Target="https://docs.github.com/en/get-started/start-your-journey/hello-world" TargetMode="External"/><Relationship Id="rId9" Type="http://schemas.openxmlformats.org/officeDocument/2006/relationships/hyperlink" Target="https://codingbat.com/java/Logic-1" TargetMode="External"/><Relationship Id="rId10" Type="http://schemas.openxmlformats.org/officeDocument/2006/relationships/hyperlink" Target="https://codingbat.com/java/Warmup-2" TargetMode="External"/><Relationship Id="rId11" Type="http://schemas.openxmlformats.org/officeDocument/2006/relationships/hyperlink" Target="https://exercism.org/tracks/java/exercises/leap" TargetMode="External"/><Relationship Id="rId12" Type="http://schemas.openxmlformats.org/officeDocument/2006/relationships/hyperlink" Target="https://learngitbranching.js.org/" TargetMode="Externa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youtube.com/playlist?list=PLCInYL3l2AajYlZGzU_LVrHdoouf8W6ZN" TargetMode="External"/><Relationship Id="rId4" Type="http://schemas.openxmlformats.org/officeDocument/2006/relationships/hyperlink" Target="https://dev.java/learn/language-basics/controlling-flow/" TargetMode="External"/><Relationship Id="rId5" Type="http://schemas.openxmlformats.org/officeDocument/2006/relationships/hyperlink" Target="https://git-scm.com/book/en/v2/Getting-Started-What-is-Git%3F" TargetMode="External"/><Relationship Id="rId6" Type="http://schemas.openxmlformats.org/officeDocument/2006/relationships/hyperlink" Target="https://codingbat.com/java/Logic-1" TargetMode="External"/><Relationship Id="rId7" Type="http://schemas.openxmlformats.org/officeDocument/2006/relationships/hyperlink" Target="https://exercism.org/tracks/java/exercises/leap" TargetMode="External"/><Relationship Id="rId8" Type="http://schemas.openxmlformats.org/officeDocument/2006/relationships/hyperlink" Target="https://leetcode.com/problems/fizz-buzz/" TargetMode="External"/><Relationship Id="rId9" Type="http://schemas.openxmlformats.org/officeDocument/2006/relationships/hyperlink" Target="https://dev.java/learn/exceptions/" TargetMode="Externa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3246120"/>
            <a:ext cx="6766560" cy="1737360"/>
          </a:xfrm>
        </p:spPr>
        <p:txBody>
          <a:bodyPr wrap="square" anchor="b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Decisions, Loops and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DFE2"/>
                </a:solidFill>
                <a:latin typeface="Poppins"/>
              </a:rPr>
              <a:t>WEEK 1  ·  SESSION 2  ·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Java + Spring Boot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Today's plan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Decisions: if, else, switch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Loops: for, while, do-while, break, continue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Debugging drills in IntelliJ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Git and GitHub: your first repo, commit and push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Afternoon lab: six exercises, ending with a calculator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By the end of today, you can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Choose between paths with if / else if / else and switch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Repeat work with the right loop and stop it with break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Find a bug by stepping through with the debugger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Put a project on GitHub with clear commits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Build a menu-driven console calculator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Making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Programs that react to input: if, else, 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Conditions are true or false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18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true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teen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&amp;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&amp;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19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%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!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weekendOrHoliday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isWeekend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|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|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isHoliday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closed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!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isOpen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A condition must be a boolean.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if (age = 18) does not compile.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Comparison and logical operators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== != &gt; &lt; &gt;= &lt;=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&amp;&amp; means AND, || means OR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! flips true and false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Use () to make order clear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if, else if, else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|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|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"Invalid score"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90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60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"Fail"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demos/IfElse.java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Checked top to bottom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 first true branch wins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else catches everything left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Check invalid input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string equality trap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nextLine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"java25"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WRONG: compares references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"java25"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RIGHT: compares the text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input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equalsIgnoreCase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"JAVA25"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ignores upper/lower case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demos/StringEquals.java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Numbers: use ==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Text: use .equals()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Compare with a literal first to avoid null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Case does not matter? equalsIgnoreCase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Fixing the tip calculator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"Bill (EGP):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bill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"People: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people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people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"People must be at least 1"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"Each pays: %.2f%n"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bill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/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people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demos/TipSafe.java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Guard your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Never trust user input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Check before you divide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Print a clear message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Next: loop until it is valid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switch: many choices, one value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day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type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switch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day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6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"Weekend"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4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"Work day"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default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"Not a day"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type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demos/SwitchDemo.java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Arrow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 fall-through, no break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Several values per case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Can return a value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Always add default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Predict the output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8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"D"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"E"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Write your answers before running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Write the output on paper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Compare with your neighbor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Then we run it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Which lines print? Be careful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Repeating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for, while, do-while, break, continue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for: when you know how many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prints: 1 2 3 4 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5050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demos/Loops.java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Three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Start: int i = 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Keep going while: i &lt;= 5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After each round: i++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Body runs between {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while and do-while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while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n is 128 here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"k =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while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runs once, then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demos/Loops.java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Choosing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for: counted loops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while: repeat until a condition fails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do-while: run at least once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Update the variable or loop forever!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break and continue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%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continue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skip evens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break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stop the loop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prints: 1 3 5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demos/BreakContinue.java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continue: jump to the next round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break: leave the loop now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Use sparingly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 clear condition is better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Ask until the answer is valid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"Age (1-120):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while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|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|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120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"Thanks, age =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demos/InputLoop.java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Declare before the loop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do-while asks at least once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Condition says when it is BAD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You will use this in Lab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Stop guessing, start watching your program run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Debugger drill: find the bug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"Sum 1..5 =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Expected: 15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Actual: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demos/DebugMe.java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In IntelliJ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Click the left gutter: breakpoint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Run with Debug (bug icon)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F8: step over a line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Watch sum and i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Reading an exception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Exception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thread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"main"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util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InputMismatchException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/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util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Scanner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throwFor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/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util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Scanner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InputLoop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main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InputLoop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1. The first line says WHAT went wrong.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2. Find the first line with YOUR file name.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3. That line number is where to look.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What the console is telling you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Three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Read the first line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Find your own file in the trace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Go to that line number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Then use the debugger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Git and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Save your work, share it, never lose 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four places your code lives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Working folder: the files you edit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Staging area: what goes in the next commit (git add)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Local repository: your saved history (git commit)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GitHub: the copy online (git push)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Your first repository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init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 xml:space="preserve">                    # start tracking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status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 xml:space="preserve">                  # what changed?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add .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 xml:space="preserve">                   # stage everything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commit -m "Add lab 1"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 xml:space="preserve">   # save a snapshot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branch -M main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remote add origin &lt;url&gt;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FFD58A"/>
                </a:solidFill>
                <a:latin typeface="Consolas"/>
              </a:rPr>
              <a:t xml:space="preserve">$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git push -u origin main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 xml:space="preserve">     #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Run these in your project folder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Habits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Small commits, often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Message says WHAT changed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git status before every commit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Never commit passwords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.gitignore and README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idea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iml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class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DS_Store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#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README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#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My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Labs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Week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solutions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Run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with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Lab1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Keep the repo clean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IDE and build output is noise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Commit source, not .class files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README tells people what this is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Look at the course repo as an example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Think first: pseudocode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repeat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until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user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chooses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Exit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show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the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menu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read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choice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choice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Exit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stop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choice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not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4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say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unknown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continue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read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two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numbers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the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operation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the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Plan before you type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Comments first, code second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Find the loop and the decisions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Edge cases: divide by zero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Short plan, fewer bugs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Live coding: menu loop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Requirements"/>
          <p:cNvSpPr/>
          <p:nvPr/>
        </p:nvSpPr>
        <p:spPr>
          <a:xfrm>
            <a:off x="841248" y="1508760"/>
            <a:ext cx="3657600" cy="434340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What to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325526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 flag controls the loop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switch handles each choice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default catches mistakes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Extend it for Lab 6</a:t>
            </a:r>
          </a:p>
        </p:txBody>
      </p:sp>
      <p:sp>
        <p:nvSpPr>
          <p:cNvPr id="7" name="Code"/>
          <p:cNvSpPr/>
          <p:nvPr/>
        </p:nvSpPr>
        <p:spPr>
          <a:xfrm>
            <a:off x="4754880" y="1508760"/>
            <a:ext cx="630936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running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true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while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running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"1) Hello  2) Bye  0) Exit"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"Choice: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choice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nextInt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switch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choice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"Hello!"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"Bye!"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running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false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default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"Unknown"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6002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demos/FloorMenu.java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Afternoon lab (14:00 to 16:45)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FizzBuzz: 1 to 30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28876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Multiplication table for a number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06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6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Sum of digits of a number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84876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4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Grade calculator with validation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62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2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Leap year checker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54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Console calculator with a menu loop (deliverable)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Materials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Slides"/>
          <p:cNvSpPr/>
          <p:nvPr/>
        </p:nvSpPr>
        <p:spPr>
          <a:xfrm>
            <a:off x="84124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This deck: Session02_Decisions_Loops_and_Git.pptx</a:t>
            </a:r>
          </a:p>
        </p:txBody>
      </p:sp>
      <p:sp>
        <p:nvSpPr>
          <p:cNvPr id="7" name="Card Demo code"/>
          <p:cNvSpPr/>
          <p:nvPr/>
        </p:nvSpPr>
        <p:spPr>
          <a:xfrm>
            <a:off x="605332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Demo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files/session-02/demos/: one file per code slide (file name on each code box)</a:t>
            </a:r>
          </a:p>
        </p:txBody>
      </p:sp>
      <p:sp>
        <p:nvSpPr>
          <p:cNvPr id="10" name="Card Lab starters"/>
          <p:cNvSpPr/>
          <p:nvPr/>
        </p:nvSpPr>
        <p:spPr>
          <a:xfrm>
            <a:off x="84124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Lab starters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lab/starter/: six exercises with TODOs and expected output</a:t>
            </a:r>
          </a:p>
        </p:txBody>
      </p:sp>
      <p:sp>
        <p:nvSpPr>
          <p:cNvPr id="13" name="Card Lab solutions"/>
          <p:cNvSpPr/>
          <p:nvPr/>
        </p:nvSpPr>
        <p:spPr>
          <a:xfrm>
            <a:off x="605332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Lab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lab/solutions/: shared after the lab, at 16:45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Resources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)"/>
          <p:cNvSpPr/>
          <p:nvPr/>
        </p:nvSpPr>
        <p:spPr>
          <a:xfrm>
            <a:off x="84124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Java playlist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Mohamed Shoshan: Level 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lessons, quizzes</a:t>
            </a:r>
          </a:p>
        </p:txBody>
      </p:sp>
      <p:sp>
        <p:nvSpPr>
          <p:cNvPr id="7" name="Card Read (English)"/>
          <p:cNvSpPr/>
          <p:nvPr/>
        </p:nvSpPr>
        <p:spPr>
          <a:xfrm>
            <a:off x="431596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Read (English)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Controlling the flow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 Git: What is Git?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Hello World guide</a:t>
            </a:r>
          </a:p>
        </p:txBody>
      </p:sp>
      <p:sp>
        <p:nvSpPr>
          <p:cNvPr id="10" name="Card Practice"/>
          <p:cNvSpPr/>
          <p:nvPr/>
        </p:nvSpPr>
        <p:spPr>
          <a:xfrm>
            <a:off x="779068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CodingBat Logic-1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CodingBat Warmup-2 (loops)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Exercism: Leap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Git Branching</a:t>
            </a:r>
          </a:p>
        </p:txBody>
      </p:sp>
      <p:sp>
        <p:nvSpPr>
          <p:cNvPr id="13" name="Resource tip band"/>
          <p:cNvSpPr/>
          <p:nvPr/>
        </p:nvSpPr>
        <p:spPr>
          <a:xfrm>
            <a:off x="841248" y="5029200"/>
            <a:ext cx="1024128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Tip: write the pseudocode first, then code. Test with edge cases: 0, negative numbers and wrong input.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Before the next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 first)"/>
          <p:cNvSpPr/>
          <p:nvPr/>
        </p:nvSpPr>
        <p:spPr>
          <a:xfrm>
            <a:off x="84124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conditions and loops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Controlling the flow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 Git: What is Git?</a:t>
            </a:r>
          </a:p>
        </p:txBody>
      </p:sp>
      <p:sp>
        <p:nvSpPr>
          <p:cNvPr id="7" name="Card Practice"/>
          <p:cNvSpPr/>
          <p:nvPr/>
        </p:nvSpPr>
        <p:spPr>
          <a:xfrm>
            <a:off x="431596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Finish labs 1-5, then lab 6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CodingBat Logic-1 (5 problems)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Exercism: Leap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Push your labs to GitHub (3 commits)</a:t>
            </a:r>
          </a:p>
        </p:txBody>
      </p:sp>
      <p:sp>
        <p:nvSpPr>
          <p:cNvPr id="10" name="Card Intern B track"/>
          <p:cNvSpPr/>
          <p:nvPr/>
        </p:nvSpPr>
        <p:spPr>
          <a:xfrm>
            <a:off x="779068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Intern B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 6: reject non-numbers (hasNextInt)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LeetCode: Fizz Buzz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Exceptions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Key takeaways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if / else if / else picks one path; the first true branch wins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Use .equals() for text, == for numbers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for counts, while checks first, do-while runs at least once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The debugger shows what your program really does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Small commits with clear messages are a habit, not a chore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airsTech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6FDFE2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8C4FF4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554bfa-441c-4d2e-8d7f-5905a154967e">
      <Terms xmlns="http://schemas.microsoft.com/office/infopath/2007/PartnerControls"/>
    </lcf76f155ced4ddcb4097134ff3c332f>
    <TaxCatchAll xmlns="267263e3-1fcf-48fa-b14d-81517c84331f" xsi:nil="true"/>
    <TEST xmlns="0c554bfa-441c-4d2e-8d7f-5905a15496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597CAA107D94DBD46465D370C6836" ma:contentTypeVersion="15" ma:contentTypeDescription="Create a new document." ma:contentTypeScope="" ma:versionID="8a2f6d7c6cdf44e3d612298ede818f3f">
  <xsd:schema xmlns:xsd="http://www.w3.org/2001/XMLSchema" xmlns:xs="http://www.w3.org/2001/XMLSchema" xmlns:p="http://schemas.microsoft.com/office/2006/metadata/properties" xmlns:ns2="0c554bfa-441c-4d2e-8d7f-5905a154967e" xmlns:ns3="267263e3-1fcf-48fa-b14d-81517c84331f" targetNamespace="http://schemas.microsoft.com/office/2006/metadata/properties" ma:root="true" ma:fieldsID="50cf253f2fde9752ab1e7d332fc8c9db" ns2:_="" ns3:_="">
    <xsd:import namespace="0c554bfa-441c-4d2e-8d7f-5905a154967e"/>
    <xsd:import namespace="267263e3-1fcf-48fa-b14d-81517c843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4bfa-441c-4d2e-8d7f-5905a1549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221b6bc-48c5-41a2-80f4-3c758f1151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ST" ma:index="22" nillable="true" ma:displayName="TEST" ma:format="Thumbnail" ma:internalName="TES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263e3-1fcf-48fa-b14d-81517c843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5d7adb-28fd-43b1-89e6-63139f817e49}" ma:internalName="TaxCatchAll" ma:showField="CatchAllData" ma:web="267263e3-1fcf-48fa-b14d-81517c843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A2C8A-29A8-40EB-B812-08F2A2A15023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267263e3-1fcf-48fa-b14d-81517c84331f"/>
    <ds:schemaRef ds:uri="http://purl.org/dc/elements/1.1/"/>
    <ds:schemaRef ds:uri="http://schemas.microsoft.com/office/2006/metadata/properties"/>
    <ds:schemaRef ds:uri="http://schemas.microsoft.com/office/infopath/2007/PartnerControls"/>
    <ds:schemaRef ds:uri="0c554bfa-441c-4d2e-8d7f-5905a15496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F0A244-F1B4-48C8-B90B-FE82002C6D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8C1A3-981A-4C7E-A414-9868EA333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4bfa-441c-4d2e-8d7f-5905a154967e"/>
    <ds:schemaRef ds:uri="267263e3-1fcf-48fa-b14d-81517c843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TotalTime>0</TotalTime>
  <Application>Microsoft Office PowerPoint</Application>
  <PresentationFormat>Widescreen</PresentationFormat>
  <Slides>29</Slides>
  <Notes>29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Ashraf Abubakr</dc:creator>
  <cp:lastModifiedBy>Islam Kamel</cp:lastModifiedBy>
  <cp:revision>2</cp:revision>
  <dcterms:created xsi:type="dcterms:W3CDTF">2025-10-05T10:08:59Z</dcterms:created>
  <dcterms:modified xsi:type="dcterms:W3CDTF">2026-10-05T10:23:19Z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0x0101002F8597CAA107D94DBD46465D370C6836</vt:lpwstr>
  </property>
  <property fmtid="{D5CDD505-2E9C-101B-9397-08002B2CF9AE}" pid="3" name="MediaServiceImageTags">
    <vt:lpwstr/>
  </property>
</Properties>
</file>