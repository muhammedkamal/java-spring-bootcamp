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1.svg" ContentType="image/svg+xml"/>
  <Override PartName="/ppt/media/image12.svg" ContentType="image/svg+xml"/>
  <Override PartName="/ppt/media/image13.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8" r:id="rId5"/>
  </p:sldMasterIdLst>
  <p:sldIdLst>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49887D-4FC9-410D-9A07-46A0CF493F28}" v="1" dt="2026-05-04T12:30:37.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3" Type="http://schemas.openxmlformats.org/officeDocument/2006/relationships/notesMaster" Target="notesMasters/notesMaster1.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3 starts. Last session we built single classes. Today classes form families (inheritance) and sign contracts (interfaces). By Thursday's end the interns build Library System v1 on top of today's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blocks of about 35 minutes each, with a short exercise after each. The lab maps one to one onto the blocks.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At the end of the day, come back to this slide and ask each intern to rate themselves 1 to 5 per 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problem: Employee and Manager share name, salary, and print logic. Copy paste is the bug factory; inheritance is one fix.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describe(): it lives in Animal but calls sound(), and the Dog version runs. That is the seed of polymorphism. Ask: what if we misspell sound as Sound with @Override? The compiler refuses. Without @Override it silently adds a new method.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Overloading is same name with different parameters, chosen at compile time. Overriding is same signature in a child, chosen at runtime. Interns mix these up in interviews; say both sentences twice.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60 seconds. Hide the last bullet if presenting live (or cover it). The compiler inserts super() as the first line of every constructor that does not call this(...) or super(...). So parents always finish building first.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Polymorphism literally means many forms. A variable of a parent type can point at any child object, and the call goes to the object's own version.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it: the variable pet is an Animal-shaped remote control pointing at a Dog object. The remote only has Animal buttons, but pressing sound makes the Dog bark. Pattern matching for instanceof is standard since Java 16.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idea: summary() is written once and calls the abstract area(). Each child only fills in the gap. Ask: why not put area() in Shape returning 0? Because then a forgotten override silently returns 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Inheritance says what a thing IS. An interface says what a thing CAN DO. A class has one parent but can sign many contracts.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Foreshadow Spring: in Week 6 we write a repository interface and Spring hands us the implementation. Code that depends on PaymentMethod does not care whether it is a card or a wallet.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methods arrived in Java 8 so libraries could add methods to interfaces without breaking every implementation. They are not a way to share state; interfaces still cannot hold instance fields.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bug enums kill: status.equals("shipped") versus "SHIPPED". With an enum, the compiler catches it. The switch expression must be exhaustive, so adding DELIVERED later makes the compiler point at every switch to update.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judgement part. Inheritance is powerful and easy to overuse. This block is about choosing well.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should OrderService extend EmailNotifier to reuse send()? No: an order service is not a notifier, and then switching to SMS means changing the parent. Passing the notifier in the constructor is exactly what Spring does for us later.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O gets code today; the others are one sentence each. We revisit SOLID during the Spring weeks where it becomes concrete. Contrast with a Checkout full of if (type.equals("percent")) else if ... which must be edited for every new rule.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it live from an empty file, interns follow. Expected output ends with 50.0 then 255.0: the wallet pays the first 250, then the card pays 250 plus 2% fee = 255, and 900 is declined because the card limit is 1000. Let them predict before you run.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 1 and 2 are core for everyone. Lab 3 is for faster interns. Lab 4 is required because Session 6 builds Library v1 on it. Each starter has a Check block with the expected output.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whole roadmap so today's model has a purpose. The same Book, Member, Loan classes survive all the way into the Spring Boot version. A good Git history counts, so commit small and often.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repo under files/session-05. Run any demo with java FileName.java.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Adel Nasim playlist, watch the inheritance, polymorphism and interface lessons. HackerRank: Java Inheritance I and II, Java Abstract Class, Java Interface, Java Method Overriding.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6 opens with exceptions and collections and turns the Lab 4 model into Library v1, so Lab 4 must be done. Quiz 3 at the end of Session 6 covers both sessions.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two interns to explain one takeaway each in their own words. Then revisit the outcomes slide for the 1 to 5 self rating.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svg"/><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10.jpeg"/><Relationship Id="rId4"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1A3277D6-61D2-6AFC-65EC-88AA842228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413" y="-65988"/>
            <a:ext cx="12349112" cy="6969720"/>
          </a:xfrm>
          <a:prstGeom prst="rect">
            <a:avLst/>
          </a:prstGeom>
        </p:spPr>
      </p:pic>
      <p:pic>
        <p:nvPicPr>
          <p:cNvPr id="8" name="Graphic 7">
            <a:extLst>
              <a:ext uri="{FF2B5EF4-FFF2-40B4-BE49-F238E27FC236}">
                <a16:creationId xmlns:a16="http://schemas.microsoft.com/office/drawing/2014/main" id="{8CC7D7DC-0F2E-2B62-710B-701F131C89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23380" y="0"/>
            <a:ext cx="5553585" cy="5611908"/>
          </a:xfrm>
          <a:prstGeom prst="rect">
            <a:avLst/>
          </a:prstGeom>
        </p:spPr>
      </p:pic>
      <p:sp>
        <p:nvSpPr>
          <p:cNvPr id="10" name="Picture Placeholder 70">
            <a:extLst>
              <a:ext uri="{FF2B5EF4-FFF2-40B4-BE49-F238E27FC236}">
                <a16:creationId xmlns:a16="http://schemas.microsoft.com/office/drawing/2014/main" id="{33C6576E-AA77-204E-BAA1-F6ACD6022681}"/>
              </a:ext>
            </a:extLst>
          </p:cNvPr>
          <p:cNvSpPr>
            <a:spLocks noGrp="1"/>
          </p:cNvSpPr>
          <p:nvPr>
            <p:ph type="pic" sz="quarter" idx="10"/>
          </p:nvPr>
        </p:nvSpPr>
        <p:spPr>
          <a:xfrm>
            <a:off x="6063006" y="1443699"/>
            <a:ext cx="4504697" cy="4553736"/>
          </a:xfrm>
          <a:custGeom>
            <a:avLst/>
            <a:gdLst>
              <a:gd name="connsiteX0" fmla="*/ 2659033 w 3998174"/>
              <a:gd name="connsiteY0" fmla="*/ 0 h 4041699"/>
              <a:gd name="connsiteX1" fmla="*/ 3998174 w 3998174"/>
              <a:gd name="connsiteY1" fmla="*/ 0 h 4041699"/>
              <a:gd name="connsiteX2" fmla="*/ 3998174 w 3998174"/>
              <a:gd name="connsiteY2" fmla="*/ 4041699 h 4041699"/>
              <a:gd name="connsiteX3" fmla="*/ 1090763 w 3998174"/>
              <a:gd name="connsiteY3" fmla="*/ 4041699 h 4041699"/>
              <a:gd name="connsiteX4" fmla="*/ 1085848 w 3998174"/>
              <a:gd name="connsiteY4" fmla="*/ 3822541 h 4041699"/>
              <a:gd name="connsiteX5" fmla="*/ 238552 w 3998174"/>
              <a:gd name="connsiteY5" fmla="*/ 1328646 h 4041699"/>
              <a:gd name="connsiteX6" fmla="*/ 0 w 3998174"/>
              <a:gd name="connsiteY6" fmla="*/ 998002 h 4041699"/>
              <a:gd name="connsiteX7" fmla="*/ 0 w 3998174"/>
              <a:gd name="connsiteY7" fmla="*/ 997999 h 4041699"/>
              <a:gd name="connsiteX8" fmla="*/ 276566 w 3998174"/>
              <a:gd name="connsiteY8" fmla="*/ 776711 h 4041699"/>
              <a:gd name="connsiteX9" fmla="*/ 2659033 w 3998174"/>
              <a:gd name="connsiteY9" fmla="*/ 0 h 404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8174" h="4041699">
                <a:moveTo>
                  <a:pt x="2659033" y="0"/>
                </a:moveTo>
                <a:lnTo>
                  <a:pt x="3998174" y="0"/>
                </a:lnTo>
                <a:lnTo>
                  <a:pt x="3998174" y="4041699"/>
                </a:lnTo>
                <a:lnTo>
                  <a:pt x="1090763" y="4041699"/>
                </a:lnTo>
                <a:lnTo>
                  <a:pt x="1085848" y="3822541"/>
                </a:lnTo>
                <a:cubicBezTo>
                  <a:pt x="1043441" y="2881956"/>
                  <a:pt x="729072" y="2059070"/>
                  <a:pt x="238552" y="1328646"/>
                </a:cubicBezTo>
                <a:lnTo>
                  <a:pt x="0" y="998002"/>
                </a:lnTo>
                <a:lnTo>
                  <a:pt x="0" y="997999"/>
                </a:lnTo>
                <a:lnTo>
                  <a:pt x="276566" y="776711"/>
                </a:lnTo>
                <a:cubicBezTo>
                  <a:pt x="944682" y="288344"/>
                  <a:pt x="1768167" y="0"/>
                  <a:pt x="2659033" y="0"/>
                </a:cubicBez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83964930-A986-5A1B-B9ED-C10FCF2BBCA3}"/>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2554948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E70DFD6-7FCD-6AAB-D023-01BF81F148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0"/>
            <a:ext cx="12257988" cy="6897461"/>
          </a:xfrm>
          <a:prstGeom prst="rect">
            <a:avLst/>
          </a:prstGeom>
        </p:spPr>
      </p:pic>
      <p:sp>
        <p:nvSpPr>
          <p:cNvPr id="13" name="Picture Placeholder 59">
            <a:extLst>
              <a:ext uri="{FF2B5EF4-FFF2-40B4-BE49-F238E27FC236}">
                <a16:creationId xmlns:a16="http://schemas.microsoft.com/office/drawing/2014/main" id="{C17C03D7-BFB3-0407-ABDF-E8A9FD6264B9}"/>
              </a:ext>
            </a:extLst>
          </p:cNvPr>
          <p:cNvSpPr>
            <a:spLocks noGrp="1"/>
          </p:cNvSpPr>
          <p:nvPr>
            <p:ph type="pic" sz="quarter" idx="10"/>
          </p:nvPr>
        </p:nvSpPr>
        <p:spPr>
          <a:xfrm>
            <a:off x="6305387" y="0"/>
            <a:ext cx="5264150" cy="5872423"/>
          </a:xfrm>
          <a:custGeom>
            <a:avLst/>
            <a:gdLst>
              <a:gd name="connsiteX0" fmla="*/ 0 w 5264150"/>
              <a:gd name="connsiteY0" fmla="*/ 2948796 h 5872423"/>
              <a:gd name="connsiteX1" fmla="*/ 2645418 w 5264150"/>
              <a:gd name="connsiteY1" fmla="*/ 2948796 h 5872423"/>
              <a:gd name="connsiteX2" fmla="*/ 5261511 w 5264150"/>
              <a:gd name="connsiteY2" fmla="*/ 2948796 h 5872423"/>
              <a:gd name="connsiteX3" fmla="*/ 5264150 w 5264150"/>
              <a:gd name="connsiteY3" fmla="*/ 2948796 h 5872423"/>
              <a:gd name="connsiteX4" fmla="*/ 5264150 w 5264150"/>
              <a:gd name="connsiteY4" fmla="*/ 5872423 h 5872423"/>
              <a:gd name="connsiteX5" fmla="*/ 4980322 w 5264150"/>
              <a:gd name="connsiteY5" fmla="*/ 5872423 h 5872423"/>
              <a:gd name="connsiteX6" fmla="*/ 2657464 w 5264150"/>
              <a:gd name="connsiteY6" fmla="*/ 3775313 h 5872423"/>
              <a:gd name="connsiteX7" fmla="*/ 2645418 w 5264150"/>
              <a:gd name="connsiteY7" fmla="*/ 3538785 h 5872423"/>
              <a:gd name="connsiteX8" fmla="*/ 2645418 w 5264150"/>
              <a:gd name="connsiteY8" fmla="*/ 5872423 h 5872423"/>
              <a:gd name="connsiteX9" fmla="*/ 2334516 w 5264150"/>
              <a:gd name="connsiteY9" fmla="*/ 5872423 h 5872423"/>
              <a:gd name="connsiteX10" fmla="*/ 11726 w 5264150"/>
              <a:gd name="connsiteY10" fmla="*/ 3775370 h 5872423"/>
              <a:gd name="connsiteX11" fmla="*/ 0 w 5264150"/>
              <a:gd name="connsiteY11" fmla="*/ 3545136 h 5872423"/>
              <a:gd name="connsiteX12" fmla="*/ 0 w 5264150"/>
              <a:gd name="connsiteY12" fmla="*/ 0 h 5872423"/>
              <a:gd name="connsiteX13" fmla="*/ 2645418 w 5264150"/>
              <a:gd name="connsiteY13" fmla="*/ 0 h 5872423"/>
              <a:gd name="connsiteX14" fmla="*/ 2653008 w 5264150"/>
              <a:gd name="connsiteY14" fmla="*/ 0 h 5872423"/>
              <a:gd name="connsiteX15" fmla="*/ 2675132 w 5264150"/>
              <a:gd name="connsiteY15" fmla="*/ 0 h 5872423"/>
              <a:gd name="connsiteX16" fmla="*/ 2710820 w 5264150"/>
              <a:gd name="connsiteY16" fmla="*/ 0 h 5872423"/>
              <a:gd name="connsiteX17" fmla="*/ 2759105 w 5264150"/>
              <a:gd name="connsiteY17" fmla="*/ 0 h 5872423"/>
              <a:gd name="connsiteX18" fmla="*/ 2819017 w 5264150"/>
              <a:gd name="connsiteY18" fmla="*/ 0 h 5872423"/>
              <a:gd name="connsiteX19" fmla="*/ 2889587 w 5264150"/>
              <a:gd name="connsiteY19" fmla="*/ 0 h 5872423"/>
              <a:gd name="connsiteX20" fmla="*/ 2969846 w 5264150"/>
              <a:gd name="connsiteY20" fmla="*/ 0 h 5872423"/>
              <a:gd name="connsiteX21" fmla="*/ 3058825 w 5264150"/>
              <a:gd name="connsiteY21" fmla="*/ 0 h 5872423"/>
              <a:gd name="connsiteX22" fmla="*/ 3155556 w 5264150"/>
              <a:gd name="connsiteY22" fmla="*/ 0 h 5872423"/>
              <a:gd name="connsiteX23" fmla="*/ 3259070 w 5264150"/>
              <a:gd name="connsiteY23" fmla="*/ 0 h 5872423"/>
              <a:gd name="connsiteX24" fmla="*/ 3482568 w 5264150"/>
              <a:gd name="connsiteY24" fmla="*/ 0 h 5872423"/>
              <a:gd name="connsiteX25" fmla="*/ 3721569 w 5264150"/>
              <a:gd name="connsiteY25" fmla="*/ 0 h 5872423"/>
              <a:gd name="connsiteX26" fmla="*/ 3968322 w 5264150"/>
              <a:gd name="connsiteY26" fmla="*/ 0 h 5872423"/>
              <a:gd name="connsiteX27" fmla="*/ 4215074 w 5264150"/>
              <a:gd name="connsiteY27" fmla="*/ 0 h 5872423"/>
              <a:gd name="connsiteX28" fmla="*/ 4454075 w 5264150"/>
              <a:gd name="connsiteY28" fmla="*/ 0 h 5872423"/>
              <a:gd name="connsiteX29" fmla="*/ 4677574 w 5264150"/>
              <a:gd name="connsiteY29" fmla="*/ 0 h 5872423"/>
              <a:gd name="connsiteX30" fmla="*/ 4781087 w 5264150"/>
              <a:gd name="connsiteY30" fmla="*/ 0 h 5872423"/>
              <a:gd name="connsiteX31" fmla="*/ 4877818 w 5264150"/>
              <a:gd name="connsiteY31" fmla="*/ 0 h 5872423"/>
              <a:gd name="connsiteX32" fmla="*/ 4966797 w 5264150"/>
              <a:gd name="connsiteY32" fmla="*/ 0 h 5872423"/>
              <a:gd name="connsiteX33" fmla="*/ 5047056 w 5264150"/>
              <a:gd name="connsiteY33" fmla="*/ 0 h 5872423"/>
              <a:gd name="connsiteX34" fmla="*/ 5117626 w 5264150"/>
              <a:gd name="connsiteY34" fmla="*/ 0 h 5872423"/>
              <a:gd name="connsiteX35" fmla="*/ 5177538 w 5264150"/>
              <a:gd name="connsiteY35" fmla="*/ 0 h 5872423"/>
              <a:gd name="connsiteX36" fmla="*/ 5225823 w 5264150"/>
              <a:gd name="connsiteY36" fmla="*/ 0 h 5872423"/>
              <a:gd name="connsiteX37" fmla="*/ 5261511 w 5264150"/>
              <a:gd name="connsiteY37" fmla="*/ 0 h 5872423"/>
              <a:gd name="connsiteX38" fmla="*/ 5264150 w 5264150"/>
              <a:gd name="connsiteY38" fmla="*/ 0 h 5872423"/>
              <a:gd name="connsiteX39" fmla="*/ 5264150 w 5264150"/>
              <a:gd name="connsiteY39" fmla="*/ 2923627 h 5872423"/>
              <a:gd name="connsiteX40" fmla="*/ 4980322 w 5264150"/>
              <a:gd name="connsiteY40" fmla="*/ 2923627 h 5872423"/>
              <a:gd name="connsiteX41" fmla="*/ 2657464 w 5264150"/>
              <a:gd name="connsiteY41" fmla="*/ 826517 h 5872423"/>
              <a:gd name="connsiteX42" fmla="*/ 2645418 w 5264150"/>
              <a:gd name="connsiteY42" fmla="*/ 589989 h 5872423"/>
              <a:gd name="connsiteX43" fmla="*/ 2645418 w 5264150"/>
              <a:gd name="connsiteY43" fmla="*/ 2923627 h 5872423"/>
              <a:gd name="connsiteX44" fmla="*/ 2334516 w 5264150"/>
              <a:gd name="connsiteY44" fmla="*/ 2923627 h 5872423"/>
              <a:gd name="connsiteX45" fmla="*/ 11726 w 5264150"/>
              <a:gd name="connsiteY45" fmla="*/ 826573 h 5872423"/>
              <a:gd name="connsiteX46" fmla="*/ 0 w 5264150"/>
              <a:gd name="connsiteY46" fmla="*/ 596340 h 587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264150" h="5872423">
                <a:moveTo>
                  <a:pt x="0" y="2948796"/>
                </a:moveTo>
                <a:lnTo>
                  <a:pt x="2645418" y="2948796"/>
                </a:lnTo>
                <a:cubicBezTo>
                  <a:pt x="2645418" y="2948796"/>
                  <a:pt x="4970834" y="2948796"/>
                  <a:pt x="5261511" y="2948796"/>
                </a:cubicBezTo>
                <a:lnTo>
                  <a:pt x="5264150" y="2948796"/>
                </a:lnTo>
                <a:lnTo>
                  <a:pt x="5264150" y="5872423"/>
                </a:lnTo>
                <a:lnTo>
                  <a:pt x="4980322" y="5872423"/>
                </a:lnTo>
                <a:cubicBezTo>
                  <a:pt x="3776390" y="5872423"/>
                  <a:pt x="2777609" y="4948947"/>
                  <a:pt x="2657464" y="3775313"/>
                </a:cubicBezTo>
                <a:lnTo>
                  <a:pt x="2645418" y="3538785"/>
                </a:lnTo>
                <a:lnTo>
                  <a:pt x="2645418" y="5872423"/>
                </a:lnTo>
                <a:lnTo>
                  <a:pt x="2334516" y="5872423"/>
                </a:lnTo>
                <a:cubicBezTo>
                  <a:pt x="1130584" y="5872487"/>
                  <a:pt x="131863" y="4948955"/>
                  <a:pt x="11726" y="3775370"/>
                </a:cubicBezTo>
                <a:lnTo>
                  <a:pt x="0" y="3545136"/>
                </a:lnTo>
                <a:close/>
                <a:moveTo>
                  <a:pt x="0" y="0"/>
                </a:moveTo>
                <a:lnTo>
                  <a:pt x="2645418" y="0"/>
                </a:lnTo>
                <a:lnTo>
                  <a:pt x="2653008" y="0"/>
                </a:lnTo>
                <a:lnTo>
                  <a:pt x="2675132" y="0"/>
                </a:lnTo>
                <a:lnTo>
                  <a:pt x="2710820" y="0"/>
                </a:lnTo>
                <a:lnTo>
                  <a:pt x="2759105" y="0"/>
                </a:lnTo>
                <a:lnTo>
                  <a:pt x="2819017" y="0"/>
                </a:lnTo>
                <a:lnTo>
                  <a:pt x="2889587" y="0"/>
                </a:lnTo>
                <a:lnTo>
                  <a:pt x="2969846" y="0"/>
                </a:lnTo>
                <a:lnTo>
                  <a:pt x="3058825" y="0"/>
                </a:lnTo>
                <a:lnTo>
                  <a:pt x="3155556" y="0"/>
                </a:lnTo>
                <a:lnTo>
                  <a:pt x="3259070" y="0"/>
                </a:lnTo>
                <a:lnTo>
                  <a:pt x="3482568" y="0"/>
                </a:lnTo>
                <a:lnTo>
                  <a:pt x="3721569" y="0"/>
                </a:lnTo>
                <a:lnTo>
                  <a:pt x="3968322" y="0"/>
                </a:lnTo>
                <a:lnTo>
                  <a:pt x="4215074" y="0"/>
                </a:lnTo>
                <a:lnTo>
                  <a:pt x="4454075" y="0"/>
                </a:lnTo>
                <a:lnTo>
                  <a:pt x="4677574" y="0"/>
                </a:lnTo>
                <a:lnTo>
                  <a:pt x="4781087" y="0"/>
                </a:lnTo>
                <a:lnTo>
                  <a:pt x="4877818" y="0"/>
                </a:lnTo>
                <a:lnTo>
                  <a:pt x="4966797" y="0"/>
                </a:lnTo>
                <a:lnTo>
                  <a:pt x="5047056" y="0"/>
                </a:lnTo>
                <a:lnTo>
                  <a:pt x="5117626" y="0"/>
                </a:lnTo>
                <a:lnTo>
                  <a:pt x="5177538" y="0"/>
                </a:lnTo>
                <a:lnTo>
                  <a:pt x="5225823" y="0"/>
                </a:lnTo>
                <a:lnTo>
                  <a:pt x="5261511" y="0"/>
                </a:lnTo>
                <a:lnTo>
                  <a:pt x="5264150" y="0"/>
                </a:lnTo>
                <a:lnTo>
                  <a:pt x="5264150" y="2923627"/>
                </a:lnTo>
                <a:lnTo>
                  <a:pt x="4980322" y="2923627"/>
                </a:lnTo>
                <a:cubicBezTo>
                  <a:pt x="3776390" y="2923627"/>
                  <a:pt x="2777609" y="2000151"/>
                  <a:pt x="2657464" y="826517"/>
                </a:cubicBezTo>
                <a:lnTo>
                  <a:pt x="2645418" y="589989"/>
                </a:lnTo>
                <a:lnTo>
                  <a:pt x="2645418" y="2923627"/>
                </a:lnTo>
                <a:lnTo>
                  <a:pt x="2334516" y="2923627"/>
                </a:lnTo>
                <a:cubicBezTo>
                  <a:pt x="1130584" y="2923627"/>
                  <a:pt x="131863" y="2000151"/>
                  <a:pt x="11726" y="826573"/>
                </a:cubicBezTo>
                <a:lnTo>
                  <a:pt x="0" y="596340"/>
                </a:lnTo>
                <a:close/>
              </a:path>
            </a:pathLst>
          </a:custGeom>
        </p:spPr>
        <p:txBody>
          <a:bodyPr wrap="square">
            <a:noAutofit/>
          </a:bodyPr>
          <a:lstStyle/>
          <a:p>
            <a:endParaRPr lang="en-US"/>
          </a:p>
        </p:txBody>
      </p:sp>
      <p:sp>
        <p:nvSpPr>
          <p:cNvPr id="18" name="Title 1">
            <a:extLst>
              <a:ext uri="{FF2B5EF4-FFF2-40B4-BE49-F238E27FC236}">
                <a16:creationId xmlns:a16="http://schemas.microsoft.com/office/drawing/2014/main" id="{5F9B7A9F-0150-5A4A-DF4E-BB51497EE18A}"/>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
        <p:nvSpPr>
          <p:cNvPr id="14" name="Freeform: Shape 13">
            <a:extLst>
              <a:ext uri="{FF2B5EF4-FFF2-40B4-BE49-F238E27FC236}">
                <a16:creationId xmlns:a16="http://schemas.microsoft.com/office/drawing/2014/main" id="{13102D45-6656-5362-E45D-93BF18999A6C}"/>
              </a:ext>
            </a:extLst>
          </p:cNvPr>
          <p:cNvSpPr/>
          <p:nvPr userDrawn="1"/>
        </p:nvSpPr>
        <p:spPr>
          <a:xfrm>
            <a:off x="6285353" y="2948796"/>
            <a:ext cx="2645806" cy="2923626"/>
          </a:xfrm>
          <a:custGeom>
            <a:avLst/>
            <a:gdLst>
              <a:gd name="connsiteX0" fmla="*/ 0 w 2645806"/>
              <a:gd name="connsiteY0" fmla="*/ 588722 h 2923626"/>
              <a:gd name="connsiteX1" fmla="*/ 0 w 2645806"/>
              <a:gd name="connsiteY1" fmla="*/ 0 h 2923626"/>
              <a:gd name="connsiteX2" fmla="*/ 2645806 w 2645806"/>
              <a:gd name="connsiteY2" fmla="*/ 0 h 2923626"/>
              <a:gd name="connsiteX3" fmla="*/ 2645806 w 2645806"/>
              <a:gd name="connsiteY3" fmla="*/ 2923627 h 2923626"/>
              <a:gd name="connsiteX4" fmla="*/ 2334904 w 2645806"/>
              <a:gd name="connsiteY4" fmla="*/ 2923627 h 2923626"/>
              <a:gd name="connsiteX5" fmla="*/ 0 w 2645806"/>
              <a:gd name="connsiteY5" fmla="*/ 588722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06" h="2923626">
                <a:moveTo>
                  <a:pt x="0" y="588722"/>
                </a:moveTo>
                <a:lnTo>
                  <a:pt x="0" y="0"/>
                </a:lnTo>
                <a:lnTo>
                  <a:pt x="2645806" y="0"/>
                </a:lnTo>
                <a:lnTo>
                  <a:pt x="2645806" y="2923627"/>
                </a:lnTo>
                <a:lnTo>
                  <a:pt x="2334904" y="2923627"/>
                </a:lnTo>
                <a:cubicBezTo>
                  <a:pt x="1050710" y="2923695"/>
                  <a:pt x="0" y="1872916"/>
                  <a:pt x="0" y="588722"/>
                </a:cubicBezTo>
                <a:close/>
              </a:path>
            </a:pathLst>
          </a:custGeom>
          <a:solidFill>
            <a:srgbClr val="8C4FF4">
              <a:alpha val="40000"/>
            </a:srgb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55E16BA-4DD0-FB4A-DB15-246E75CAC060}"/>
              </a:ext>
            </a:extLst>
          </p:cNvPr>
          <p:cNvSpPr/>
          <p:nvPr userDrawn="1"/>
        </p:nvSpPr>
        <p:spPr>
          <a:xfrm>
            <a:off x="8931091" y="2948796"/>
            <a:ext cx="2645874" cy="2923626"/>
          </a:xfrm>
          <a:custGeom>
            <a:avLst/>
            <a:gdLst>
              <a:gd name="connsiteX0" fmla="*/ 68 w 2645874"/>
              <a:gd name="connsiteY0" fmla="*/ 588722 h 2923626"/>
              <a:gd name="connsiteX1" fmla="*/ 68 w 2645874"/>
              <a:gd name="connsiteY1" fmla="*/ 0 h 2923626"/>
              <a:gd name="connsiteX2" fmla="*/ 2645875 w 2645874"/>
              <a:gd name="connsiteY2" fmla="*/ 0 h 2923626"/>
              <a:gd name="connsiteX3" fmla="*/ 2645875 w 2645874"/>
              <a:gd name="connsiteY3" fmla="*/ 2923627 h 2923626"/>
              <a:gd name="connsiteX4" fmla="*/ 2334972 w 2645874"/>
              <a:gd name="connsiteY4" fmla="*/ 2923627 h 2923626"/>
              <a:gd name="connsiteX5" fmla="*/ 0 w 2645874"/>
              <a:gd name="connsiteY5" fmla="*/ 588654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74" h="2923626">
                <a:moveTo>
                  <a:pt x="68" y="588722"/>
                </a:moveTo>
                <a:lnTo>
                  <a:pt x="68" y="0"/>
                </a:lnTo>
                <a:cubicBezTo>
                  <a:pt x="68" y="0"/>
                  <a:pt x="2645875" y="0"/>
                  <a:pt x="2645875" y="0"/>
                </a:cubicBezTo>
                <a:lnTo>
                  <a:pt x="2645875" y="2923627"/>
                </a:lnTo>
                <a:lnTo>
                  <a:pt x="2334972" y="2923627"/>
                </a:lnTo>
                <a:cubicBezTo>
                  <a:pt x="1050778" y="2923627"/>
                  <a:pt x="0" y="1872916"/>
                  <a:pt x="0" y="588654"/>
                </a:cubicBezTo>
                <a:close/>
              </a:path>
            </a:pathLst>
          </a:custGeom>
          <a:solidFill>
            <a:srgbClr val="B9B9FC">
              <a:alpha val="40000"/>
            </a:srgbClr>
          </a:solid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575A453-E756-D1D8-0B17-E9A4133E8BBD}"/>
              </a:ext>
            </a:extLst>
          </p:cNvPr>
          <p:cNvSpPr/>
          <p:nvPr userDrawn="1"/>
        </p:nvSpPr>
        <p:spPr>
          <a:xfrm>
            <a:off x="6285353" y="0"/>
            <a:ext cx="2645806" cy="2923626"/>
          </a:xfrm>
          <a:custGeom>
            <a:avLst/>
            <a:gdLst>
              <a:gd name="connsiteX0" fmla="*/ 0 w 2645806"/>
              <a:gd name="connsiteY0" fmla="*/ 588722 h 2923626"/>
              <a:gd name="connsiteX1" fmla="*/ 0 w 2645806"/>
              <a:gd name="connsiteY1" fmla="*/ 0 h 2923626"/>
              <a:gd name="connsiteX2" fmla="*/ 2645806 w 2645806"/>
              <a:gd name="connsiteY2" fmla="*/ 0 h 2923626"/>
              <a:gd name="connsiteX3" fmla="*/ 2645806 w 2645806"/>
              <a:gd name="connsiteY3" fmla="*/ 2923627 h 2923626"/>
              <a:gd name="connsiteX4" fmla="*/ 2334904 w 2645806"/>
              <a:gd name="connsiteY4" fmla="*/ 2923627 h 2923626"/>
              <a:gd name="connsiteX5" fmla="*/ 0 w 2645806"/>
              <a:gd name="connsiteY5" fmla="*/ 588722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06" h="2923626">
                <a:moveTo>
                  <a:pt x="0" y="588722"/>
                </a:moveTo>
                <a:lnTo>
                  <a:pt x="0" y="0"/>
                </a:lnTo>
                <a:lnTo>
                  <a:pt x="2645806" y="0"/>
                </a:lnTo>
                <a:lnTo>
                  <a:pt x="2645806" y="2923627"/>
                </a:lnTo>
                <a:lnTo>
                  <a:pt x="2334904" y="2923627"/>
                </a:lnTo>
                <a:cubicBezTo>
                  <a:pt x="1050710" y="2923627"/>
                  <a:pt x="0" y="1872916"/>
                  <a:pt x="0" y="588722"/>
                </a:cubicBezTo>
                <a:close/>
              </a:path>
            </a:pathLst>
          </a:custGeom>
          <a:solidFill>
            <a:srgbClr val="B9B9FC">
              <a:alpha val="40000"/>
            </a:srgbClr>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ED83FEC-2FAC-1044-ADB0-FB8101097D84}"/>
              </a:ext>
            </a:extLst>
          </p:cNvPr>
          <p:cNvSpPr/>
          <p:nvPr userDrawn="1"/>
        </p:nvSpPr>
        <p:spPr>
          <a:xfrm>
            <a:off x="8931091" y="0"/>
            <a:ext cx="2645874" cy="2923626"/>
          </a:xfrm>
          <a:custGeom>
            <a:avLst/>
            <a:gdLst>
              <a:gd name="connsiteX0" fmla="*/ 68 w 2645874"/>
              <a:gd name="connsiteY0" fmla="*/ 588722 h 2923626"/>
              <a:gd name="connsiteX1" fmla="*/ 68 w 2645874"/>
              <a:gd name="connsiteY1" fmla="*/ 0 h 2923626"/>
              <a:gd name="connsiteX2" fmla="*/ 2645875 w 2645874"/>
              <a:gd name="connsiteY2" fmla="*/ 0 h 2923626"/>
              <a:gd name="connsiteX3" fmla="*/ 2645875 w 2645874"/>
              <a:gd name="connsiteY3" fmla="*/ 2923627 h 2923626"/>
              <a:gd name="connsiteX4" fmla="*/ 2334972 w 2645874"/>
              <a:gd name="connsiteY4" fmla="*/ 2923627 h 2923626"/>
              <a:gd name="connsiteX5" fmla="*/ 0 w 2645874"/>
              <a:gd name="connsiteY5" fmla="*/ 588654 h 2923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5874" h="2923626">
                <a:moveTo>
                  <a:pt x="68" y="588722"/>
                </a:moveTo>
                <a:lnTo>
                  <a:pt x="68" y="0"/>
                </a:lnTo>
                <a:cubicBezTo>
                  <a:pt x="68" y="0"/>
                  <a:pt x="2645875" y="0"/>
                  <a:pt x="2645875" y="0"/>
                </a:cubicBezTo>
                <a:lnTo>
                  <a:pt x="2645875" y="2923627"/>
                </a:lnTo>
                <a:lnTo>
                  <a:pt x="2334972" y="2923627"/>
                </a:lnTo>
                <a:cubicBezTo>
                  <a:pt x="1050778" y="2923627"/>
                  <a:pt x="0" y="1872916"/>
                  <a:pt x="0" y="588654"/>
                </a:cubicBezTo>
                <a:close/>
              </a:path>
            </a:pathLst>
          </a:custGeom>
          <a:solidFill>
            <a:srgbClr val="0366FF">
              <a:alpha val="40000"/>
            </a:srgbClr>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70619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9_Blank">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E70DFD6-7FCD-6AAB-D023-01BF81F148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0"/>
            <a:ext cx="12257988" cy="6897461"/>
          </a:xfrm>
          <a:prstGeom prst="rect">
            <a:avLst/>
          </a:prstGeom>
        </p:spPr>
      </p:pic>
      <p:sp>
        <p:nvSpPr>
          <p:cNvPr id="18" name="Title 1">
            <a:extLst>
              <a:ext uri="{FF2B5EF4-FFF2-40B4-BE49-F238E27FC236}">
                <a16:creationId xmlns:a16="http://schemas.microsoft.com/office/drawing/2014/main" id="{5F9B7A9F-0150-5A4A-DF4E-BB51497EE18A}"/>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
        <p:nvSpPr>
          <p:cNvPr id="2" name="Rectangle: Rounded Corners 1">
            <a:extLst>
              <a:ext uri="{FF2B5EF4-FFF2-40B4-BE49-F238E27FC236}">
                <a16:creationId xmlns:a16="http://schemas.microsoft.com/office/drawing/2014/main" id="{FCBF3523-E514-2685-CF6F-5F33EB5D2737}"/>
              </a:ext>
            </a:extLst>
          </p:cNvPr>
          <p:cNvSpPr/>
          <p:nvPr userDrawn="1"/>
        </p:nvSpPr>
        <p:spPr>
          <a:xfrm>
            <a:off x="6695388" y="635372"/>
            <a:ext cx="4713402" cy="380842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A2652C24-7E8B-B9ED-272A-43B71A20D14B}"/>
              </a:ext>
            </a:extLst>
          </p:cNvPr>
          <p:cNvSpPr>
            <a:spLocks noGrp="1"/>
          </p:cNvSpPr>
          <p:nvPr>
            <p:ph type="pic" sz="quarter" idx="10"/>
          </p:nvPr>
        </p:nvSpPr>
        <p:spPr>
          <a:xfrm>
            <a:off x="6096000" y="1707464"/>
            <a:ext cx="4707024" cy="3790437"/>
          </a:xfrm>
          <a:custGeom>
            <a:avLst/>
            <a:gdLst>
              <a:gd name="connsiteX0" fmla="*/ 490410 w 4707024"/>
              <a:gd name="connsiteY0" fmla="*/ 0 h 3790437"/>
              <a:gd name="connsiteX1" fmla="*/ 4222993 w 4707024"/>
              <a:gd name="connsiteY1" fmla="*/ 0 h 3790437"/>
              <a:gd name="connsiteX2" fmla="*/ 4325725 w 4707024"/>
              <a:gd name="connsiteY2" fmla="*/ 31890 h 3790437"/>
              <a:gd name="connsiteX3" fmla="*/ 4700506 w 4707024"/>
              <a:gd name="connsiteY3" fmla="*/ 488835 h 3790437"/>
              <a:gd name="connsiteX4" fmla="*/ 4707024 w 4707024"/>
              <a:gd name="connsiteY4" fmla="*/ 553491 h 3790437"/>
              <a:gd name="connsiteX5" fmla="*/ 4707024 w 4707024"/>
              <a:gd name="connsiteY5" fmla="*/ 3218955 h 3790437"/>
              <a:gd name="connsiteX6" fmla="*/ 4700506 w 4707024"/>
              <a:gd name="connsiteY6" fmla="*/ 3283610 h 3790437"/>
              <a:gd name="connsiteX7" fmla="*/ 4078651 w 4707024"/>
              <a:gd name="connsiteY7" fmla="*/ 3790437 h 3790437"/>
              <a:gd name="connsiteX8" fmla="*/ 634751 w 4707024"/>
              <a:gd name="connsiteY8" fmla="*/ 3790437 h 3790437"/>
              <a:gd name="connsiteX9" fmla="*/ 0 w 4707024"/>
              <a:gd name="connsiteY9" fmla="*/ 3155686 h 3790437"/>
              <a:gd name="connsiteX10" fmla="*/ 0 w 4707024"/>
              <a:gd name="connsiteY10" fmla="*/ 616759 h 3790437"/>
              <a:gd name="connsiteX11" fmla="*/ 387678 w 4707024"/>
              <a:gd name="connsiteY11" fmla="*/ 31890 h 37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7024" h="3790437">
                <a:moveTo>
                  <a:pt x="490410" y="0"/>
                </a:moveTo>
                <a:lnTo>
                  <a:pt x="4222993" y="0"/>
                </a:lnTo>
                <a:lnTo>
                  <a:pt x="4325725" y="31890"/>
                </a:lnTo>
                <a:cubicBezTo>
                  <a:pt x="4515576" y="112190"/>
                  <a:pt x="4658229" y="282231"/>
                  <a:pt x="4700506" y="488835"/>
                </a:cubicBezTo>
                <a:lnTo>
                  <a:pt x="4707024" y="553491"/>
                </a:lnTo>
                <a:lnTo>
                  <a:pt x="4707024" y="3218955"/>
                </a:lnTo>
                <a:lnTo>
                  <a:pt x="4700506" y="3283610"/>
                </a:lnTo>
                <a:cubicBezTo>
                  <a:pt x="4641318" y="3572856"/>
                  <a:pt x="4385394" y="3790437"/>
                  <a:pt x="4078651" y="3790437"/>
                </a:cubicBezTo>
                <a:lnTo>
                  <a:pt x="634751" y="3790437"/>
                </a:lnTo>
                <a:cubicBezTo>
                  <a:pt x="284188" y="3790437"/>
                  <a:pt x="0" y="3506249"/>
                  <a:pt x="0" y="3155686"/>
                </a:cubicBezTo>
                <a:lnTo>
                  <a:pt x="0" y="616759"/>
                </a:lnTo>
                <a:cubicBezTo>
                  <a:pt x="0" y="353837"/>
                  <a:pt x="159856" y="128251"/>
                  <a:pt x="387678" y="31890"/>
                </a:cubicBezTo>
                <a:close/>
              </a:path>
            </a:pathLst>
          </a:custGeom>
        </p:spPr>
        <p:txBody>
          <a:bodyPr wrap="square">
            <a:noAutofit/>
          </a:bodyPr>
          <a:lstStyle/>
          <a:p>
            <a:endParaRPr lang="en-US"/>
          </a:p>
        </p:txBody>
      </p:sp>
    </p:spTree>
    <p:extLst>
      <p:ext uri="{BB962C8B-B14F-4D97-AF65-F5344CB8AC3E}">
        <p14:creationId xmlns:p14="http://schemas.microsoft.com/office/powerpoint/2010/main" val="42172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A3BC47C-99B6-20BF-D68B-A66F46B7A5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4" y="-113122"/>
            <a:ext cx="12334974" cy="7010583"/>
          </a:xfrm>
          <a:prstGeom prst="rect">
            <a:avLst/>
          </a:prstGeom>
        </p:spPr>
      </p:pic>
      <p:sp>
        <p:nvSpPr>
          <p:cNvPr id="3" name="Picture Placeholder 12">
            <a:extLst>
              <a:ext uri="{FF2B5EF4-FFF2-40B4-BE49-F238E27FC236}">
                <a16:creationId xmlns:a16="http://schemas.microsoft.com/office/drawing/2014/main" id="{9EF7A263-0527-9E4C-94C9-B2AB772A4184}"/>
              </a:ext>
            </a:extLst>
          </p:cNvPr>
          <p:cNvSpPr>
            <a:spLocks noGrp="1"/>
          </p:cNvSpPr>
          <p:nvPr>
            <p:ph type="pic" sz="quarter" idx="12"/>
          </p:nvPr>
        </p:nvSpPr>
        <p:spPr>
          <a:xfrm>
            <a:off x="8058148"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AE6C945C-7127-3582-1911-80FBD40D1BDB}"/>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pic>
        <p:nvPicPr>
          <p:cNvPr id="5" name="Graphic 4">
            <a:extLst>
              <a:ext uri="{FF2B5EF4-FFF2-40B4-BE49-F238E27FC236}">
                <a16:creationId xmlns:a16="http://schemas.microsoft.com/office/drawing/2014/main" id="{D78C6700-8060-24F9-DC2F-AE22C6C88B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43362" y="441491"/>
            <a:ext cx="3185230" cy="5773230"/>
          </a:xfrm>
          <a:prstGeom prst="rect">
            <a:avLst/>
          </a:prstGeom>
        </p:spPr>
      </p:pic>
    </p:spTree>
    <p:extLst>
      <p:ext uri="{BB962C8B-B14F-4D97-AF65-F5344CB8AC3E}">
        <p14:creationId xmlns:p14="http://schemas.microsoft.com/office/powerpoint/2010/main" val="3182513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E3F2709-2A59-D5BA-77B4-FD75FE7371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4841" y="-199717"/>
            <a:ext cx="12367967" cy="7085998"/>
          </a:xfrm>
          <a:prstGeom prst="rect">
            <a:avLst/>
          </a:prstGeom>
        </p:spPr>
      </p:pic>
      <p:sp>
        <p:nvSpPr>
          <p:cNvPr id="3" name="Picture Placeholder 7">
            <a:extLst>
              <a:ext uri="{FF2B5EF4-FFF2-40B4-BE49-F238E27FC236}">
                <a16:creationId xmlns:a16="http://schemas.microsoft.com/office/drawing/2014/main" id="{8C654080-D3CC-4B13-1F27-F4787DC9CBF7}"/>
              </a:ext>
            </a:extLst>
          </p:cNvPr>
          <p:cNvSpPr>
            <a:spLocks noGrp="1"/>
          </p:cNvSpPr>
          <p:nvPr>
            <p:ph type="pic" sz="quarter" idx="12"/>
          </p:nvPr>
        </p:nvSpPr>
        <p:spPr>
          <a:xfrm>
            <a:off x="6096000" y="329939"/>
            <a:ext cx="5547845" cy="5704028"/>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2C7D827F-A890-DEEA-4C50-C529607FA301}"/>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4170783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BC4D355-D07A-C443-FE67-FC51A3D22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995" y="-113122"/>
            <a:ext cx="12459025" cy="7010583"/>
          </a:xfrm>
          <a:prstGeom prst="rect">
            <a:avLst/>
          </a:prstGeom>
        </p:spPr>
      </p:pic>
      <p:sp>
        <p:nvSpPr>
          <p:cNvPr id="3" name="Picture Placeholder 7">
            <a:extLst>
              <a:ext uri="{FF2B5EF4-FFF2-40B4-BE49-F238E27FC236}">
                <a16:creationId xmlns:a16="http://schemas.microsoft.com/office/drawing/2014/main" id="{64448553-4F90-3088-4944-11C66514BE39}"/>
              </a:ext>
            </a:extLst>
          </p:cNvPr>
          <p:cNvSpPr>
            <a:spLocks noGrp="1"/>
          </p:cNvSpPr>
          <p:nvPr>
            <p:ph type="pic" sz="quarter" idx="12"/>
          </p:nvPr>
        </p:nvSpPr>
        <p:spPr>
          <a:xfrm>
            <a:off x="6312819" y="565607"/>
            <a:ext cx="5037054" cy="5468359"/>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sp>
        <p:nvSpPr>
          <p:cNvPr id="4" name="Title 1">
            <a:extLst>
              <a:ext uri="{FF2B5EF4-FFF2-40B4-BE49-F238E27FC236}">
                <a16:creationId xmlns:a16="http://schemas.microsoft.com/office/drawing/2014/main" id="{21B4C912-1FCD-8D8B-21E2-7747A951037C}"/>
              </a:ext>
            </a:extLst>
          </p:cNvPr>
          <p:cNvSpPr>
            <a:spLocks noGrp="1"/>
          </p:cNvSpPr>
          <p:nvPr>
            <p:ph type="title"/>
          </p:nvPr>
        </p:nvSpPr>
        <p:spPr>
          <a:xfrm>
            <a:off x="615035" y="2294199"/>
            <a:ext cx="5264150" cy="2852737"/>
          </a:xfrm>
        </p:spPr>
        <p:txBody>
          <a:bodyPr anchor="b"/>
          <a:lstStyle>
            <a:lvl1pPr>
              <a:defRPr sz="6000">
                <a:solidFill>
                  <a:srgbClr val="0366FF"/>
                </a:solidFill>
              </a:defRPr>
            </a:lvl1pPr>
          </a:lstStyle>
          <a:p>
            <a:r>
              <a:rPr lang="en-US"/>
              <a:t>Click to edit Master title style</a:t>
            </a:r>
          </a:p>
        </p:txBody>
      </p:sp>
    </p:spTree>
    <p:extLst>
      <p:ext uri="{BB962C8B-B14F-4D97-AF65-F5344CB8AC3E}">
        <p14:creationId xmlns:p14="http://schemas.microsoft.com/office/powerpoint/2010/main" val="320722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E7EFE18-FED0-FDAE-5670-7615BB1536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988" y="0"/>
            <a:ext cx="12330260" cy="6938128"/>
          </a:xfrm>
          <a:prstGeom prst="rect">
            <a:avLst/>
          </a:prstGeom>
        </p:spPr>
      </p:pic>
      <p:sp>
        <p:nvSpPr>
          <p:cNvPr id="9" name="Rectangle 8">
            <a:extLst>
              <a:ext uri="{FF2B5EF4-FFF2-40B4-BE49-F238E27FC236}">
                <a16:creationId xmlns:a16="http://schemas.microsoft.com/office/drawing/2014/main" id="{4C7121F9-03BE-C8DA-B22C-FD5C2DDC182D}"/>
              </a:ext>
            </a:extLst>
          </p:cNvPr>
          <p:cNvSpPr/>
          <p:nvPr userDrawn="1"/>
        </p:nvSpPr>
        <p:spPr>
          <a:xfrm>
            <a:off x="7899662" y="0"/>
            <a:ext cx="2988297" cy="6938128"/>
          </a:xfrm>
          <a:prstGeom prst="rect">
            <a:avLst/>
          </a:prstGeom>
          <a:solidFill>
            <a:srgbClr val="B9B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C90CAEFC-B65C-032B-DFB8-E941811AA2BC}"/>
              </a:ext>
            </a:extLst>
          </p:cNvPr>
          <p:cNvSpPr>
            <a:spLocks noGrp="1"/>
          </p:cNvSpPr>
          <p:nvPr>
            <p:ph type="title"/>
          </p:nvPr>
        </p:nvSpPr>
        <p:spPr>
          <a:xfrm>
            <a:off x="838200" y="365125"/>
            <a:ext cx="5345784" cy="1325563"/>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48165F00-7FAA-6193-FE34-3C59CAE7AAE2}"/>
              </a:ext>
            </a:extLst>
          </p:cNvPr>
          <p:cNvSpPr>
            <a:spLocks noGrp="1"/>
          </p:cNvSpPr>
          <p:nvPr>
            <p:ph type="pic" sz="quarter" idx="12"/>
          </p:nvPr>
        </p:nvSpPr>
        <p:spPr>
          <a:xfrm>
            <a:off x="7334054" y="1442301"/>
            <a:ext cx="4019746" cy="4626852"/>
          </a:xfrm>
          <a:custGeom>
            <a:avLst/>
            <a:gdLst>
              <a:gd name="connsiteX0" fmla="*/ 808104 w 5547845"/>
              <a:gd name="connsiteY0" fmla="*/ 0 h 5704028"/>
              <a:gd name="connsiteX1" fmla="*/ 4739741 w 5547845"/>
              <a:gd name="connsiteY1" fmla="*/ 0 h 5704028"/>
              <a:gd name="connsiteX2" fmla="*/ 5547845 w 5547845"/>
              <a:gd name="connsiteY2" fmla="*/ 830854 h 5704028"/>
              <a:gd name="connsiteX3" fmla="*/ 5547845 w 5547845"/>
              <a:gd name="connsiteY3" fmla="*/ 4873175 h 5704028"/>
              <a:gd name="connsiteX4" fmla="*/ 4739741 w 5547845"/>
              <a:gd name="connsiteY4" fmla="*/ 5704028 h 5704028"/>
              <a:gd name="connsiteX5" fmla="*/ 808104 w 5547845"/>
              <a:gd name="connsiteY5" fmla="*/ 5704028 h 5704028"/>
              <a:gd name="connsiteX6" fmla="*/ 0 w 5547845"/>
              <a:gd name="connsiteY6" fmla="*/ 4873175 h 5704028"/>
              <a:gd name="connsiteX7" fmla="*/ 0 w 5547845"/>
              <a:gd name="connsiteY7" fmla="*/ 830853 h 5704028"/>
              <a:gd name="connsiteX8" fmla="*/ 808104 w 5547845"/>
              <a:gd name="connsiteY8" fmla="*/ 0 h 570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7845" h="5704028">
                <a:moveTo>
                  <a:pt x="808104" y="0"/>
                </a:moveTo>
                <a:lnTo>
                  <a:pt x="4739741" y="0"/>
                </a:lnTo>
                <a:cubicBezTo>
                  <a:pt x="5186045" y="0"/>
                  <a:pt x="5547845" y="371986"/>
                  <a:pt x="5547845" y="830854"/>
                </a:cubicBezTo>
                <a:lnTo>
                  <a:pt x="5547845" y="4873175"/>
                </a:lnTo>
                <a:cubicBezTo>
                  <a:pt x="5547845" y="5332043"/>
                  <a:pt x="5186045" y="5704028"/>
                  <a:pt x="4739741" y="5704028"/>
                </a:cubicBezTo>
                <a:lnTo>
                  <a:pt x="808104" y="5704028"/>
                </a:lnTo>
                <a:cubicBezTo>
                  <a:pt x="361800" y="5704028"/>
                  <a:pt x="0" y="5332043"/>
                  <a:pt x="0" y="4873175"/>
                </a:cubicBezTo>
                <a:lnTo>
                  <a:pt x="0" y="830853"/>
                </a:lnTo>
                <a:cubicBezTo>
                  <a:pt x="0" y="371986"/>
                  <a:pt x="361800" y="0"/>
                  <a:pt x="808104" y="0"/>
                </a:cubicBezTo>
                <a:close/>
              </a:path>
            </a:pathLst>
          </a:custGeom>
        </p:spPr>
        <p:txBody>
          <a:bodyPr wrap="square">
            <a:noAutofit/>
          </a:bodyPr>
          <a:lstStyle/>
          <a:p>
            <a:endParaRPr lang="en-US"/>
          </a:p>
        </p:txBody>
      </p:sp>
      <p:pic>
        <p:nvPicPr>
          <p:cNvPr id="12" name="Graphic 11">
            <a:extLst>
              <a:ext uri="{FF2B5EF4-FFF2-40B4-BE49-F238E27FC236}">
                <a16:creationId xmlns:a16="http://schemas.microsoft.com/office/drawing/2014/main" id="{ABB12FD6-7B0A-BF80-BFF7-81C7E7234A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89961" y="2807812"/>
            <a:ext cx="974006" cy="1322503"/>
          </a:xfrm>
          <a:prstGeom prst="rect">
            <a:avLst/>
          </a:prstGeom>
        </p:spPr>
      </p:pic>
    </p:spTree>
    <p:extLst>
      <p:ext uri="{BB962C8B-B14F-4D97-AF65-F5344CB8AC3E}">
        <p14:creationId xmlns:p14="http://schemas.microsoft.com/office/powerpoint/2010/main" val="33069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55ADADA-7206-710F-41F6-660194BFB8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988" y="-207390"/>
            <a:ext cx="12330260" cy="7145518"/>
          </a:xfrm>
          <a:prstGeom prst="rect">
            <a:avLst/>
          </a:prstGeom>
        </p:spPr>
      </p:pic>
      <p:sp>
        <p:nvSpPr>
          <p:cNvPr id="3" name="Title 1">
            <a:extLst>
              <a:ext uri="{FF2B5EF4-FFF2-40B4-BE49-F238E27FC236}">
                <a16:creationId xmlns:a16="http://schemas.microsoft.com/office/drawing/2014/main" id="{9EA12D95-43DB-3799-A16F-9B17CF3A0A15}"/>
              </a:ext>
            </a:extLst>
          </p:cNvPr>
          <p:cNvSpPr>
            <a:spLocks noGrp="1"/>
          </p:cNvSpPr>
          <p:nvPr>
            <p:ph type="title"/>
          </p:nvPr>
        </p:nvSpPr>
        <p:spPr>
          <a:xfrm>
            <a:off x="831850" y="441491"/>
            <a:ext cx="5795193" cy="2852737"/>
          </a:xfrm>
        </p:spPr>
        <p:txBody>
          <a:bodyPr anchor="b"/>
          <a:lstStyle>
            <a:lvl1pPr>
              <a:defRPr sz="6000"/>
            </a:lvl1pPr>
          </a:lstStyle>
          <a:p>
            <a:r>
              <a:rPr lang="en-US"/>
              <a:t>Click to edit Master title style</a:t>
            </a:r>
          </a:p>
        </p:txBody>
      </p:sp>
      <p:sp>
        <p:nvSpPr>
          <p:cNvPr id="4" name="Text Placeholder 2">
            <a:extLst>
              <a:ext uri="{FF2B5EF4-FFF2-40B4-BE49-F238E27FC236}">
                <a16:creationId xmlns:a16="http://schemas.microsoft.com/office/drawing/2014/main" id="{AD91F24F-8A5B-5730-704E-3D3A4BCE5AA3}"/>
              </a:ext>
            </a:extLst>
          </p:cNvPr>
          <p:cNvSpPr>
            <a:spLocks noGrp="1"/>
          </p:cNvSpPr>
          <p:nvPr>
            <p:ph type="body" idx="1"/>
          </p:nvPr>
        </p:nvSpPr>
        <p:spPr>
          <a:xfrm>
            <a:off x="831850" y="4589463"/>
            <a:ext cx="398524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Graphic 4">
            <a:extLst>
              <a:ext uri="{FF2B5EF4-FFF2-40B4-BE49-F238E27FC236}">
                <a16:creationId xmlns:a16="http://schemas.microsoft.com/office/drawing/2014/main" id="{A4D9DD47-7DB4-5925-2826-2DF8CA13CF6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0998" y="441491"/>
            <a:ext cx="3185230" cy="5773230"/>
          </a:xfrm>
          <a:prstGeom prst="rect">
            <a:avLst/>
          </a:prstGeom>
        </p:spPr>
      </p:pic>
      <p:sp>
        <p:nvSpPr>
          <p:cNvPr id="6" name="Picture Placeholder 12">
            <a:extLst>
              <a:ext uri="{FF2B5EF4-FFF2-40B4-BE49-F238E27FC236}">
                <a16:creationId xmlns:a16="http://schemas.microsoft.com/office/drawing/2014/main" id="{4B7E1533-AD56-6B22-5E91-601A2195A943}"/>
              </a:ext>
            </a:extLst>
          </p:cNvPr>
          <p:cNvSpPr>
            <a:spLocks noGrp="1"/>
          </p:cNvSpPr>
          <p:nvPr>
            <p:ph type="pic" sz="quarter" idx="12"/>
          </p:nvPr>
        </p:nvSpPr>
        <p:spPr>
          <a:xfrm>
            <a:off x="8058148"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Tree>
    <p:extLst>
      <p:ext uri="{BB962C8B-B14F-4D97-AF65-F5344CB8AC3E}">
        <p14:creationId xmlns:p14="http://schemas.microsoft.com/office/powerpoint/2010/main" val="3487925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A85556-F773-FF45-9EB7-E8695758FD2A}"/>
              </a:ext>
            </a:extLst>
          </p:cNvPr>
          <p:cNvSpPr/>
          <p:nvPr userDrawn="1"/>
        </p:nvSpPr>
        <p:spPr>
          <a:xfrm>
            <a:off x="0" y="0"/>
            <a:ext cx="12192000" cy="68580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EB4D7551-AD66-CA46-4CE5-C93FF0C39C1A}"/>
              </a:ext>
            </a:extLst>
          </p:cNvPr>
          <p:cNvSpPr>
            <a:spLocks noGrp="1"/>
          </p:cNvSpPr>
          <p:nvPr>
            <p:ph type="title" hasCustomPrompt="1"/>
          </p:nvPr>
        </p:nvSpPr>
        <p:spPr>
          <a:xfrm>
            <a:off x="831850" y="876300"/>
            <a:ext cx="5795193" cy="1141578"/>
          </a:xfrm>
        </p:spPr>
        <p:txBody>
          <a:bodyPr anchor="b"/>
          <a:lstStyle>
            <a:lvl1pPr>
              <a:defRPr sz="6000">
                <a:solidFill>
                  <a:schemeClr val="bg1"/>
                </a:solidFill>
              </a:defRPr>
            </a:lvl1pPr>
          </a:lstStyle>
          <a:p>
            <a:r>
              <a:rPr lang="en-US"/>
              <a:t>Agenda</a:t>
            </a:r>
          </a:p>
        </p:txBody>
      </p:sp>
      <p:pic>
        <p:nvPicPr>
          <p:cNvPr id="4" name="Graphic 3">
            <a:extLst>
              <a:ext uri="{FF2B5EF4-FFF2-40B4-BE49-F238E27FC236}">
                <a16:creationId xmlns:a16="http://schemas.microsoft.com/office/drawing/2014/main" id="{12F4A152-11CA-8B2C-21AE-D5766A87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5" name="Picture Placeholder 15">
            <a:extLst>
              <a:ext uri="{FF2B5EF4-FFF2-40B4-BE49-F238E27FC236}">
                <a16:creationId xmlns:a16="http://schemas.microsoft.com/office/drawing/2014/main" id="{E2DFB00C-A418-E60B-ACB1-DBB9AF0C7776}"/>
              </a:ext>
            </a:extLst>
          </p:cNvPr>
          <p:cNvSpPr>
            <a:spLocks noGrp="1"/>
          </p:cNvSpPr>
          <p:nvPr>
            <p:ph type="pic" sz="quarter" idx="10"/>
          </p:nvPr>
        </p:nvSpPr>
        <p:spPr>
          <a:xfrm>
            <a:off x="6297228" y="1498862"/>
            <a:ext cx="4940697" cy="4565877"/>
          </a:xfrm>
          <a:custGeom>
            <a:avLst/>
            <a:gdLst>
              <a:gd name="connsiteX0" fmla="*/ 1831111 w 5564187"/>
              <a:gd name="connsiteY0" fmla="*/ 0 h 5142067"/>
              <a:gd name="connsiteX1" fmla="*/ 5106263 w 5564187"/>
              <a:gd name="connsiteY1" fmla="*/ 0 h 5142067"/>
              <a:gd name="connsiteX2" fmla="*/ 5193803 w 5564187"/>
              <a:gd name="connsiteY2" fmla="*/ 27174 h 5142067"/>
              <a:gd name="connsiteX3" fmla="*/ 5564187 w 5564187"/>
              <a:gd name="connsiteY3" fmla="*/ 585954 h 5142067"/>
              <a:gd name="connsiteX4" fmla="*/ 5564187 w 5564187"/>
              <a:gd name="connsiteY4" fmla="*/ 3011630 h 5142067"/>
              <a:gd name="connsiteX5" fmla="*/ 4957750 w 5564187"/>
              <a:gd name="connsiteY5" fmla="*/ 3618067 h 5142067"/>
              <a:gd name="connsiteX6" fmla="*/ 2554287 w 5564187"/>
              <a:gd name="connsiteY6" fmla="*/ 3618067 h 5142067"/>
              <a:gd name="connsiteX7" fmla="*/ 2554287 w 5564187"/>
              <a:gd name="connsiteY7" fmla="*/ 4725897 h 5142067"/>
              <a:gd name="connsiteX8" fmla="*/ 2138117 w 5564187"/>
              <a:gd name="connsiteY8" fmla="*/ 5142067 h 5142067"/>
              <a:gd name="connsiteX9" fmla="*/ 415400 w 5564187"/>
              <a:gd name="connsiteY9" fmla="*/ 5142067 h 5142067"/>
              <a:gd name="connsiteX10" fmla="*/ 7685 w 5564187"/>
              <a:gd name="connsiteY10" fmla="*/ 4809770 h 5142067"/>
              <a:gd name="connsiteX11" fmla="*/ 0 w 5564187"/>
              <a:gd name="connsiteY11" fmla="*/ 4733536 h 5142067"/>
              <a:gd name="connsiteX12" fmla="*/ 0 w 5564187"/>
              <a:gd name="connsiteY12" fmla="*/ 3053627 h 5142067"/>
              <a:gd name="connsiteX13" fmla="*/ 7685 w 5564187"/>
              <a:gd name="connsiteY13" fmla="*/ 2977392 h 5142067"/>
              <a:gd name="connsiteX14" fmla="*/ 415400 w 5564187"/>
              <a:gd name="connsiteY14" fmla="*/ 2645095 h 5142067"/>
              <a:gd name="connsiteX15" fmla="*/ 1373187 w 5564187"/>
              <a:gd name="connsiteY15" fmla="*/ 2645095 h 5142067"/>
              <a:gd name="connsiteX16" fmla="*/ 1373187 w 5564187"/>
              <a:gd name="connsiteY16" fmla="*/ 585954 h 5142067"/>
              <a:gd name="connsiteX17" fmla="*/ 1743572 w 5564187"/>
              <a:gd name="connsiteY17" fmla="*/ 27174 h 514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4187" h="5142067">
                <a:moveTo>
                  <a:pt x="1831111" y="0"/>
                </a:moveTo>
                <a:lnTo>
                  <a:pt x="5106263" y="0"/>
                </a:lnTo>
                <a:lnTo>
                  <a:pt x="5193803" y="27174"/>
                </a:lnTo>
                <a:cubicBezTo>
                  <a:pt x="5411462" y="119236"/>
                  <a:pt x="5564187" y="334760"/>
                  <a:pt x="5564187" y="585954"/>
                </a:cubicBezTo>
                <a:lnTo>
                  <a:pt x="5564187" y="3011630"/>
                </a:lnTo>
                <a:cubicBezTo>
                  <a:pt x="5564187" y="3346556"/>
                  <a:pt x="5292676" y="3618067"/>
                  <a:pt x="4957750" y="3618067"/>
                </a:cubicBezTo>
                <a:lnTo>
                  <a:pt x="2554287" y="3618067"/>
                </a:lnTo>
                <a:lnTo>
                  <a:pt x="2554287" y="4725897"/>
                </a:lnTo>
                <a:cubicBezTo>
                  <a:pt x="2554287" y="4955741"/>
                  <a:pt x="2367961" y="5142067"/>
                  <a:pt x="2138117" y="5142067"/>
                </a:cubicBezTo>
                <a:lnTo>
                  <a:pt x="415400" y="5142067"/>
                </a:lnTo>
                <a:cubicBezTo>
                  <a:pt x="214287" y="5142067"/>
                  <a:pt x="46492" y="4999411"/>
                  <a:pt x="7685" y="4809770"/>
                </a:cubicBezTo>
                <a:lnTo>
                  <a:pt x="0" y="4733536"/>
                </a:lnTo>
                <a:lnTo>
                  <a:pt x="0" y="3053627"/>
                </a:lnTo>
                <a:lnTo>
                  <a:pt x="7685" y="2977392"/>
                </a:lnTo>
                <a:cubicBezTo>
                  <a:pt x="46492" y="2787751"/>
                  <a:pt x="214287" y="2645095"/>
                  <a:pt x="415400" y="2645095"/>
                </a:cubicBezTo>
                <a:lnTo>
                  <a:pt x="1373187" y="2645095"/>
                </a:lnTo>
                <a:lnTo>
                  <a:pt x="1373187" y="585954"/>
                </a:lnTo>
                <a:cubicBezTo>
                  <a:pt x="1373187" y="334760"/>
                  <a:pt x="1525912" y="119236"/>
                  <a:pt x="1743572" y="27174"/>
                </a:cubicBezTo>
                <a:close/>
              </a:path>
            </a:pathLst>
          </a:custGeom>
        </p:spPr>
        <p:txBody>
          <a:bodyPr wrap="square">
            <a:noAutofit/>
          </a:bodyPr>
          <a:lstStyle/>
          <a:p>
            <a:endParaRPr lang="en-US"/>
          </a:p>
        </p:txBody>
      </p:sp>
      <p:sp>
        <p:nvSpPr>
          <p:cNvPr id="7" name="Rectangle: Rounded Corners 6">
            <a:extLst>
              <a:ext uri="{FF2B5EF4-FFF2-40B4-BE49-F238E27FC236}">
                <a16:creationId xmlns:a16="http://schemas.microsoft.com/office/drawing/2014/main" id="{F33A7269-8DC1-4503-DBB5-478A0C5F8F16}"/>
              </a:ext>
            </a:extLst>
          </p:cNvPr>
          <p:cNvSpPr/>
          <p:nvPr userDrawn="1"/>
        </p:nvSpPr>
        <p:spPr>
          <a:xfrm>
            <a:off x="831850" y="2210539"/>
            <a:ext cx="5054046" cy="43145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7">
            <a:extLst>
              <a:ext uri="{FF2B5EF4-FFF2-40B4-BE49-F238E27FC236}">
                <a16:creationId xmlns:a16="http://schemas.microsoft.com/office/drawing/2014/main" id="{B267085C-1D9C-A051-B73E-A1AFC00E7753}"/>
              </a:ext>
            </a:extLst>
          </p:cNvPr>
          <p:cNvSpPr>
            <a:spLocks noGrp="1"/>
          </p:cNvSpPr>
          <p:nvPr>
            <p:ph type="body" sz="quarter" idx="11"/>
          </p:nvPr>
        </p:nvSpPr>
        <p:spPr>
          <a:xfrm>
            <a:off x="1144588" y="2387600"/>
            <a:ext cx="4419600" cy="3879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3C9CE9D9-084F-688F-FC93-64A3593A4D1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cxnSp>
        <p:nvCxnSpPr>
          <p:cNvPr id="10" name="Straight Connector 9">
            <a:extLst>
              <a:ext uri="{FF2B5EF4-FFF2-40B4-BE49-F238E27FC236}">
                <a16:creationId xmlns:a16="http://schemas.microsoft.com/office/drawing/2014/main" id="{AFEAD411-6B23-6947-CBA9-2CE4E1A19A6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8213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4D7551-AD66-CA46-4CE5-C93FF0C39C1A}"/>
              </a:ext>
            </a:extLst>
          </p:cNvPr>
          <p:cNvSpPr>
            <a:spLocks noGrp="1"/>
          </p:cNvSpPr>
          <p:nvPr>
            <p:ph type="title" hasCustomPrompt="1"/>
          </p:nvPr>
        </p:nvSpPr>
        <p:spPr>
          <a:xfrm>
            <a:off x="831850" y="876300"/>
            <a:ext cx="5795193" cy="1141578"/>
          </a:xfrm>
        </p:spPr>
        <p:txBody>
          <a:bodyPr anchor="b"/>
          <a:lstStyle>
            <a:lvl1pPr>
              <a:defRPr sz="6000">
                <a:solidFill>
                  <a:schemeClr val="accent1"/>
                </a:solidFill>
              </a:defRPr>
            </a:lvl1pPr>
          </a:lstStyle>
          <a:p>
            <a:r>
              <a:rPr lang="en-US"/>
              <a:t>Agenda</a:t>
            </a:r>
          </a:p>
        </p:txBody>
      </p:sp>
      <p:pic>
        <p:nvPicPr>
          <p:cNvPr id="4" name="Graphic 3">
            <a:extLst>
              <a:ext uri="{FF2B5EF4-FFF2-40B4-BE49-F238E27FC236}">
                <a16:creationId xmlns:a16="http://schemas.microsoft.com/office/drawing/2014/main" id="{12F4A152-11CA-8B2C-21AE-D5766A8794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5" name="Picture Placeholder 15">
            <a:extLst>
              <a:ext uri="{FF2B5EF4-FFF2-40B4-BE49-F238E27FC236}">
                <a16:creationId xmlns:a16="http://schemas.microsoft.com/office/drawing/2014/main" id="{E2DFB00C-A418-E60B-ACB1-DBB9AF0C7776}"/>
              </a:ext>
            </a:extLst>
          </p:cNvPr>
          <p:cNvSpPr>
            <a:spLocks noGrp="1"/>
          </p:cNvSpPr>
          <p:nvPr>
            <p:ph type="pic" sz="quarter" idx="10"/>
          </p:nvPr>
        </p:nvSpPr>
        <p:spPr>
          <a:xfrm>
            <a:off x="6297228" y="1498862"/>
            <a:ext cx="4940697" cy="4565877"/>
          </a:xfrm>
          <a:custGeom>
            <a:avLst/>
            <a:gdLst>
              <a:gd name="connsiteX0" fmla="*/ 1831111 w 5564187"/>
              <a:gd name="connsiteY0" fmla="*/ 0 h 5142067"/>
              <a:gd name="connsiteX1" fmla="*/ 5106263 w 5564187"/>
              <a:gd name="connsiteY1" fmla="*/ 0 h 5142067"/>
              <a:gd name="connsiteX2" fmla="*/ 5193803 w 5564187"/>
              <a:gd name="connsiteY2" fmla="*/ 27174 h 5142067"/>
              <a:gd name="connsiteX3" fmla="*/ 5564187 w 5564187"/>
              <a:gd name="connsiteY3" fmla="*/ 585954 h 5142067"/>
              <a:gd name="connsiteX4" fmla="*/ 5564187 w 5564187"/>
              <a:gd name="connsiteY4" fmla="*/ 3011630 h 5142067"/>
              <a:gd name="connsiteX5" fmla="*/ 4957750 w 5564187"/>
              <a:gd name="connsiteY5" fmla="*/ 3618067 h 5142067"/>
              <a:gd name="connsiteX6" fmla="*/ 2554287 w 5564187"/>
              <a:gd name="connsiteY6" fmla="*/ 3618067 h 5142067"/>
              <a:gd name="connsiteX7" fmla="*/ 2554287 w 5564187"/>
              <a:gd name="connsiteY7" fmla="*/ 4725897 h 5142067"/>
              <a:gd name="connsiteX8" fmla="*/ 2138117 w 5564187"/>
              <a:gd name="connsiteY8" fmla="*/ 5142067 h 5142067"/>
              <a:gd name="connsiteX9" fmla="*/ 415400 w 5564187"/>
              <a:gd name="connsiteY9" fmla="*/ 5142067 h 5142067"/>
              <a:gd name="connsiteX10" fmla="*/ 7685 w 5564187"/>
              <a:gd name="connsiteY10" fmla="*/ 4809770 h 5142067"/>
              <a:gd name="connsiteX11" fmla="*/ 0 w 5564187"/>
              <a:gd name="connsiteY11" fmla="*/ 4733536 h 5142067"/>
              <a:gd name="connsiteX12" fmla="*/ 0 w 5564187"/>
              <a:gd name="connsiteY12" fmla="*/ 3053627 h 5142067"/>
              <a:gd name="connsiteX13" fmla="*/ 7685 w 5564187"/>
              <a:gd name="connsiteY13" fmla="*/ 2977392 h 5142067"/>
              <a:gd name="connsiteX14" fmla="*/ 415400 w 5564187"/>
              <a:gd name="connsiteY14" fmla="*/ 2645095 h 5142067"/>
              <a:gd name="connsiteX15" fmla="*/ 1373187 w 5564187"/>
              <a:gd name="connsiteY15" fmla="*/ 2645095 h 5142067"/>
              <a:gd name="connsiteX16" fmla="*/ 1373187 w 5564187"/>
              <a:gd name="connsiteY16" fmla="*/ 585954 h 5142067"/>
              <a:gd name="connsiteX17" fmla="*/ 1743572 w 5564187"/>
              <a:gd name="connsiteY17" fmla="*/ 27174 h 514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64187" h="5142067">
                <a:moveTo>
                  <a:pt x="1831111" y="0"/>
                </a:moveTo>
                <a:lnTo>
                  <a:pt x="5106263" y="0"/>
                </a:lnTo>
                <a:lnTo>
                  <a:pt x="5193803" y="27174"/>
                </a:lnTo>
                <a:cubicBezTo>
                  <a:pt x="5411462" y="119236"/>
                  <a:pt x="5564187" y="334760"/>
                  <a:pt x="5564187" y="585954"/>
                </a:cubicBezTo>
                <a:lnTo>
                  <a:pt x="5564187" y="3011630"/>
                </a:lnTo>
                <a:cubicBezTo>
                  <a:pt x="5564187" y="3346556"/>
                  <a:pt x="5292676" y="3618067"/>
                  <a:pt x="4957750" y="3618067"/>
                </a:cubicBezTo>
                <a:lnTo>
                  <a:pt x="2554287" y="3618067"/>
                </a:lnTo>
                <a:lnTo>
                  <a:pt x="2554287" y="4725897"/>
                </a:lnTo>
                <a:cubicBezTo>
                  <a:pt x="2554287" y="4955741"/>
                  <a:pt x="2367961" y="5142067"/>
                  <a:pt x="2138117" y="5142067"/>
                </a:cubicBezTo>
                <a:lnTo>
                  <a:pt x="415400" y="5142067"/>
                </a:lnTo>
                <a:cubicBezTo>
                  <a:pt x="214287" y="5142067"/>
                  <a:pt x="46492" y="4999411"/>
                  <a:pt x="7685" y="4809770"/>
                </a:cubicBezTo>
                <a:lnTo>
                  <a:pt x="0" y="4733536"/>
                </a:lnTo>
                <a:lnTo>
                  <a:pt x="0" y="3053627"/>
                </a:lnTo>
                <a:lnTo>
                  <a:pt x="7685" y="2977392"/>
                </a:lnTo>
                <a:cubicBezTo>
                  <a:pt x="46492" y="2787751"/>
                  <a:pt x="214287" y="2645095"/>
                  <a:pt x="415400" y="2645095"/>
                </a:cubicBezTo>
                <a:lnTo>
                  <a:pt x="1373187" y="2645095"/>
                </a:lnTo>
                <a:lnTo>
                  <a:pt x="1373187" y="585954"/>
                </a:lnTo>
                <a:cubicBezTo>
                  <a:pt x="1373187" y="334760"/>
                  <a:pt x="1525912" y="119236"/>
                  <a:pt x="1743572" y="27174"/>
                </a:cubicBezTo>
                <a:close/>
              </a:path>
            </a:pathLst>
          </a:custGeom>
        </p:spPr>
        <p:txBody>
          <a:bodyPr wrap="square">
            <a:noAutofit/>
          </a:bodyPr>
          <a:lstStyle/>
          <a:p>
            <a:endParaRPr lang="en-US"/>
          </a:p>
        </p:txBody>
      </p:sp>
      <p:pic>
        <p:nvPicPr>
          <p:cNvPr id="6" name="Graphic 5">
            <a:extLst>
              <a:ext uri="{FF2B5EF4-FFF2-40B4-BE49-F238E27FC236}">
                <a16:creationId xmlns:a16="http://schemas.microsoft.com/office/drawing/2014/main" id="{7E6C1D21-1CFF-BA0F-4681-BC73E5D8975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249213" y="3883843"/>
            <a:ext cx="1270707" cy="1150070"/>
          </a:xfrm>
          <a:prstGeom prst="rect">
            <a:avLst/>
          </a:prstGeom>
        </p:spPr>
      </p:pic>
      <p:sp>
        <p:nvSpPr>
          <p:cNvPr id="7" name="Rectangle: Rounded Corners 6">
            <a:extLst>
              <a:ext uri="{FF2B5EF4-FFF2-40B4-BE49-F238E27FC236}">
                <a16:creationId xmlns:a16="http://schemas.microsoft.com/office/drawing/2014/main" id="{F33A7269-8DC1-4503-DBB5-478A0C5F8F16}"/>
              </a:ext>
            </a:extLst>
          </p:cNvPr>
          <p:cNvSpPr/>
          <p:nvPr userDrawn="1"/>
        </p:nvSpPr>
        <p:spPr>
          <a:xfrm>
            <a:off x="831850" y="2210539"/>
            <a:ext cx="5054046" cy="43145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7">
            <a:extLst>
              <a:ext uri="{FF2B5EF4-FFF2-40B4-BE49-F238E27FC236}">
                <a16:creationId xmlns:a16="http://schemas.microsoft.com/office/drawing/2014/main" id="{B267085C-1D9C-A051-B73E-A1AFC00E7753}"/>
              </a:ext>
            </a:extLst>
          </p:cNvPr>
          <p:cNvSpPr>
            <a:spLocks noGrp="1"/>
          </p:cNvSpPr>
          <p:nvPr>
            <p:ph type="body" sz="quarter" idx="11"/>
          </p:nvPr>
        </p:nvSpPr>
        <p:spPr>
          <a:xfrm>
            <a:off x="1144588" y="2387600"/>
            <a:ext cx="4419600" cy="3879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3C9CE9D9-084F-688F-FC93-64A3593A4D1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cxnSp>
        <p:nvCxnSpPr>
          <p:cNvPr id="10" name="Straight Connector 9">
            <a:extLst>
              <a:ext uri="{FF2B5EF4-FFF2-40B4-BE49-F238E27FC236}">
                <a16:creationId xmlns:a16="http://schemas.microsoft.com/office/drawing/2014/main" id="{AFEAD411-6B23-6947-CBA9-2CE4E1A19A6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408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333A-0501-C2FA-E3CC-1948BAD7D305}"/>
              </a:ext>
            </a:extLst>
          </p:cNvPr>
          <p:cNvSpPr>
            <a:spLocks noGrp="1"/>
          </p:cNvSpPr>
          <p:nvPr>
            <p:ph type="title" hasCustomPrompt="1"/>
          </p:nvPr>
        </p:nvSpPr>
        <p:spPr>
          <a:xfrm>
            <a:off x="831850" y="1061174"/>
            <a:ext cx="5795193" cy="1025691"/>
          </a:xfrm>
        </p:spPr>
        <p:txBody>
          <a:bodyPr anchor="b"/>
          <a:lstStyle>
            <a:lvl1pPr>
              <a:defRPr sz="6000">
                <a:solidFill>
                  <a:schemeClr val="accent1"/>
                </a:solidFill>
              </a:defRPr>
            </a:lvl1pPr>
          </a:lstStyle>
          <a:p>
            <a:r>
              <a:rPr lang="en-US"/>
              <a:t>Agenda</a:t>
            </a:r>
          </a:p>
        </p:txBody>
      </p:sp>
      <p:sp>
        <p:nvSpPr>
          <p:cNvPr id="3" name="Text Placeholder 2">
            <a:extLst>
              <a:ext uri="{FF2B5EF4-FFF2-40B4-BE49-F238E27FC236}">
                <a16:creationId xmlns:a16="http://schemas.microsoft.com/office/drawing/2014/main" id="{B169A8D1-A08E-F7E3-95BB-2C1B48BFBA01}"/>
              </a:ext>
            </a:extLst>
          </p:cNvPr>
          <p:cNvSpPr>
            <a:spLocks noGrp="1"/>
          </p:cNvSpPr>
          <p:nvPr>
            <p:ph type="body" idx="1"/>
          </p:nvPr>
        </p:nvSpPr>
        <p:spPr>
          <a:xfrm>
            <a:off x="831850" y="2965143"/>
            <a:ext cx="3985247" cy="3124508"/>
          </a:xfrm>
        </p:spPr>
        <p:txBody>
          <a:bodyPr/>
          <a:lstStyle>
            <a:lvl1pPr marL="0" indent="0">
              <a:buNone/>
              <a:defRPr sz="2400">
                <a:solidFill>
                  <a:srgbClr val="B9B9F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Freeform: Shape 3">
            <a:extLst>
              <a:ext uri="{FF2B5EF4-FFF2-40B4-BE49-F238E27FC236}">
                <a16:creationId xmlns:a16="http://schemas.microsoft.com/office/drawing/2014/main" id="{13611CD5-AFB0-9985-D5F6-4C5101806738}"/>
              </a:ext>
            </a:extLst>
          </p:cNvPr>
          <p:cNvSpPr/>
          <p:nvPr userDrawn="1"/>
        </p:nvSpPr>
        <p:spPr>
          <a:xfrm>
            <a:off x="8050998" y="441491"/>
            <a:ext cx="3185827" cy="2883031"/>
          </a:xfrm>
          <a:custGeom>
            <a:avLst/>
            <a:gdLst>
              <a:gd name="connsiteX0" fmla="*/ 641426 w 3185827"/>
              <a:gd name="connsiteY0" fmla="*/ 0 h 2883031"/>
              <a:gd name="connsiteX1" fmla="*/ 0 w 3185827"/>
              <a:gd name="connsiteY1" fmla="*/ 0 h 2883031"/>
              <a:gd name="connsiteX2" fmla="*/ 0 w 3185827"/>
              <a:gd name="connsiteY2" fmla="*/ 2883032 h 2883031"/>
              <a:gd name="connsiteX3" fmla="*/ 3185827 w 3185827"/>
              <a:gd name="connsiteY3" fmla="*/ 2883032 h 2883031"/>
              <a:gd name="connsiteX4" fmla="*/ 3185827 w 3185827"/>
              <a:gd name="connsiteY4" fmla="*/ 2544203 h 2883031"/>
              <a:gd name="connsiteX5" fmla="*/ 641426 w 3185827"/>
              <a:gd name="connsiteY5" fmla="*/ 0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641426" y="0"/>
                </a:moveTo>
                <a:lnTo>
                  <a:pt x="0" y="0"/>
                </a:lnTo>
                <a:cubicBezTo>
                  <a:pt x="0" y="0"/>
                  <a:pt x="0" y="2883032"/>
                  <a:pt x="0" y="2883032"/>
                </a:cubicBezTo>
                <a:lnTo>
                  <a:pt x="3185827" y="2883032"/>
                </a:lnTo>
                <a:cubicBezTo>
                  <a:pt x="3185827" y="2883032"/>
                  <a:pt x="3185827" y="2544203"/>
                  <a:pt x="3185827" y="2544203"/>
                </a:cubicBezTo>
                <a:cubicBezTo>
                  <a:pt x="3185827" y="1144891"/>
                  <a:pt x="2040737" y="0"/>
                  <a:pt x="641426" y="0"/>
                </a:cubicBezTo>
                <a:close/>
              </a:path>
            </a:pathLst>
          </a:custGeom>
          <a:solidFill>
            <a:schemeClr val="accent3">
              <a:alpha val="30000"/>
            </a:schemeClr>
          </a:solidFill>
          <a:ln w="0"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FE159D9A-2134-5565-9625-31A6D601E112}"/>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sp>
        <p:nvSpPr>
          <p:cNvPr id="6" name="Picture Placeholder 12">
            <a:extLst>
              <a:ext uri="{FF2B5EF4-FFF2-40B4-BE49-F238E27FC236}">
                <a16:creationId xmlns:a16="http://schemas.microsoft.com/office/drawing/2014/main" id="{2A3DFFBB-6EB4-A506-9AA4-5CBE701D7551}"/>
              </a:ext>
            </a:extLst>
          </p:cNvPr>
          <p:cNvSpPr>
            <a:spLocks noGrp="1"/>
          </p:cNvSpPr>
          <p:nvPr>
            <p:ph type="pic" sz="quarter" idx="12"/>
          </p:nvPr>
        </p:nvSpPr>
        <p:spPr>
          <a:xfrm>
            <a:off x="8276617"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spTree>
    <p:extLst>
      <p:ext uri="{BB962C8B-B14F-4D97-AF65-F5344CB8AC3E}">
        <p14:creationId xmlns:p14="http://schemas.microsoft.com/office/powerpoint/2010/main" val="435343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90D6E4-64C0-37A2-D8D1-B083EEDB5472}"/>
              </a:ext>
            </a:extLst>
          </p:cNvPr>
          <p:cNvSpPr/>
          <p:nvPr userDrawn="1"/>
        </p:nvSpPr>
        <p:spPr>
          <a:xfrm>
            <a:off x="0" y="0"/>
            <a:ext cx="12192000" cy="6858000"/>
          </a:xfrm>
          <a:prstGeom prst="rect">
            <a:avLst/>
          </a:prstGeom>
          <a:solidFill>
            <a:srgbClr val="0366FF"/>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6A28A232-4877-ECB8-77C6-BD8BF9F549B0}"/>
              </a:ext>
            </a:extLst>
          </p:cNvPr>
          <p:cNvSpPr>
            <a:spLocks noGrp="1"/>
          </p:cNvSpPr>
          <p:nvPr>
            <p:ph type="title"/>
          </p:nvPr>
        </p:nvSpPr>
        <p:spPr>
          <a:xfrm>
            <a:off x="831850" y="3429000"/>
            <a:ext cx="5795193" cy="2852737"/>
          </a:xfrm>
        </p:spPr>
        <p:txBody>
          <a:bodyPr anchor="b"/>
          <a:lstStyle>
            <a:lvl1pPr>
              <a:defRPr sz="6000">
                <a:solidFill>
                  <a:schemeClr val="bg1"/>
                </a:solidFill>
              </a:defRPr>
            </a:lvl1pPr>
          </a:lstStyle>
          <a:p>
            <a:r>
              <a:rPr lang="en-US"/>
              <a:t>Click to edit Master title style</a:t>
            </a:r>
          </a:p>
        </p:txBody>
      </p:sp>
      <p:sp>
        <p:nvSpPr>
          <p:cNvPr id="4" name="Freeform: Shape 3">
            <a:extLst>
              <a:ext uri="{FF2B5EF4-FFF2-40B4-BE49-F238E27FC236}">
                <a16:creationId xmlns:a16="http://schemas.microsoft.com/office/drawing/2014/main" id="{B75C52F2-7F5E-7AB9-35C8-0D7DA40F0CC6}"/>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pic>
        <p:nvPicPr>
          <p:cNvPr id="5" name="Graphic 4">
            <a:extLst>
              <a:ext uri="{FF2B5EF4-FFF2-40B4-BE49-F238E27FC236}">
                <a16:creationId xmlns:a16="http://schemas.microsoft.com/office/drawing/2014/main" id="{C3C74F88-CBEE-F3E1-88DE-9AFE59A7DF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6" name="Freeform: Shape 5">
            <a:extLst>
              <a:ext uri="{FF2B5EF4-FFF2-40B4-BE49-F238E27FC236}">
                <a16:creationId xmlns:a16="http://schemas.microsoft.com/office/drawing/2014/main" id="{9987E131-D314-2CAA-47DC-F1E10B51FE28}"/>
              </a:ext>
            </a:extLst>
          </p:cNvPr>
          <p:cNvSpPr/>
          <p:nvPr userDrawn="1"/>
        </p:nvSpPr>
        <p:spPr>
          <a:xfrm flipH="1" flipV="1">
            <a:off x="8101534" y="2004293"/>
            <a:ext cx="2107444" cy="1907186"/>
          </a:xfrm>
          <a:custGeom>
            <a:avLst/>
            <a:gdLst>
              <a:gd name="connsiteX0" fmla="*/ 417843 w 2074935"/>
              <a:gd name="connsiteY0" fmla="*/ 0 h 1877766"/>
              <a:gd name="connsiteX1" fmla="*/ 0 w 2074935"/>
              <a:gd name="connsiteY1" fmla="*/ 0 h 1877766"/>
              <a:gd name="connsiteX2" fmla="*/ 0 w 2074935"/>
              <a:gd name="connsiteY2" fmla="*/ 1877767 h 1877766"/>
              <a:gd name="connsiteX3" fmla="*/ 2074935 w 2074935"/>
              <a:gd name="connsiteY3" fmla="*/ 1877767 h 1877766"/>
              <a:gd name="connsiteX4" fmla="*/ 2074935 w 2074935"/>
              <a:gd name="connsiteY4" fmla="*/ 1657093 h 1877766"/>
              <a:gd name="connsiteX5" fmla="*/ 417843 w 2074935"/>
              <a:gd name="connsiteY5" fmla="*/ 0 h 187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4935" h="1877766">
                <a:moveTo>
                  <a:pt x="417843" y="0"/>
                </a:moveTo>
                <a:lnTo>
                  <a:pt x="0" y="0"/>
                </a:lnTo>
                <a:cubicBezTo>
                  <a:pt x="0" y="0"/>
                  <a:pt x="0" y="1877767"/>
                  <a:pt x="0" y="1877767"/>
                </a:cubicBezTo>
                <a:lnTo>
                  <a:pt x="2074935" y="1877767"/>
                </a:lnTo>
                <a:cubicBezTo>
                  <a:pt x="2074935" y="1877767"/>
                  <a:pt x="2074935" y="1657093"/>
                  <a:pt x="2074935" y="1657093"/>
                </a:cubicBezTo>
                <a:cubicBezTo>
                  <a:pt x="2074935" y="745648"/>
                  <a:pt x="1329190" y="0"/>
                  <a:pt x="417843" y="0"/>
                </a:cubicBezTo>
                <a:close/>
              </a:path>
            </a:pathLst>
          </a:custGeom>
          <a:solidFill>
            <a:schemeClr val="accent3"/>
          </a:solidFill>
          <a:ln w="0" cap="flat">
            <a:solidFill>
              <a:schemeClr val="accent3"/>
            </a:solidFill>
            <a:prstDash val="solid"/>
            <a:miter/>
          </a:ln>
        </p:spPr>
        <p:txBody>
          <a:bodyPr rtlCol="0" anchor="ctr"/>
          <a:lstStyle/>
          <a:p>
            <a:endParaRPr lang="en-US"/>
          </a:p>
        </p:txBody>
      </p:sp>
      <p:grpSp>
        <p:nvGrpSpPr>
          <p:cNvPr id="7" name="Graphic 4">
            <a:extLst>
              <a:ext uri="{FF2B5EF4-FFF2-40B4-BE49-F238E27FC236}">
                <a16:creationId xmlns:a16="http://schemas.microsoft.com/office/drawing/2014/main" id="{34E1C845-808B-5601-2B7E-AE9AE3740430}"/>
              </a:ext>
            </a:extLst>
          </p:cNvPr>
          <p:cNvGrpSpPr/>
          <p:nvPr userDrawn="1"/>
        </p:nvGrpSpPr>
        <p:grpSpPr>
          <a:xfrm flipH="1" flipV="1">
            <a:off x="6631380" y="995985"/>
            <a:ext cx="4605245" cy="4167637"/>
            <a:chOff x="7648082" y="1376403"/>
            <a:chExt cx="4534204" cy="4103346"/>
          </a:xfrm>
          <a:noFill/>
        </p:grpSpPr>
        <p:sp>
          <p:nvSpPr>
            <p:cNvPr id="8" name="Freeform: Shape 7">
              <a:extLst>
                <a:ext uri="{FF2B5EF4-FFF2-40B4-BE49-F238E27FC236}">
                  <a16:creationId xmlns:a16="http://schemas.microsoft.com/office/drawing/2014/main" id="{D365C319-1459-9B67-4900-C2422BD8E0DA}"/>
                </a:ext>
              </a:extLst>
            </p:cNvPr>
            <p:cNvSpPr/>
            <p:nvPr/>
          </p:nvSpPr>
          <p:spPr>
            <a:xfrm>
              <a:off x="8530292" y="2443252"/>
              <a:ext cx="2399924" cy="2171868"/>
            </a:xfrm>
            <a:custGeom>
              <a:avLst/>
              <a:gdLst>
                <a:gd name="connsiteX0" fmla="*/ 483209 w 2399924"/>
                <a:gd name="connsiteY0" fmla="*/ 0 h 2171868"/>
                <a:gd name="connsiteX1" fmla="*/ 0 w 2399924"/>
                <a:gd name="connsiteY1" fmla="*/ 0 h 2171868"/>
                <a:gd name="connsiteX2" fmla="*/ 0 w 2399924"/>
                <a:gd name="connsiteY2" fmla="*/ 2171869 h 2171868"/>
                <a:gd name="connsiteX3" fmla="*/ 2399924 w 2399924"/>
                <a:gd name="connsiteY3" fmla="*/ 2171869 h 2171868"/>
                <a:gd name="connsiteX4" fmla="*/ 2399924 w 2399924"/>
                <a:gd name="connsiteY4" fmla="*/ 1916715 h 2171868"/>
                <a:gd name="connsiteX5" fmla="*/ 483307 w 2399924"/>
                <a:gd name="connsiteY5" fmla="*/ 97 h 217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9924" h="2171868">
                  <a:moveTo>
                    <a:pt x="483209" y="0"/>
                  </a:moveTo>
                  <a:lnTo>
                    <a:pt x="0" y="0"/>
                  </a:lnTo>
                  <a:cubicBezTo>
                    <a:pt x="0" y="0"/>
                    <a:pt x="0" y="2171869"/>
                    <a:pt x="0" y="2171869"/>
                  </a:cubicBezTo>
                  <a:lnTo>
                    <a:pt x="2399924" y="2171869"/>
                  </a:lnTo>
                  <a:cubicBezTo>
                    <a:pt x="2399924" y="2171869"/>
                    <a:pt x="2399924" y="1916715"/>
                    <a:pt x="2399924" y="1916715"/>
                  </a:cubicBezTo>
                  <a:cubicBezTo>
                    <a:pt x="2399924" y="862590"/>
                    <a:pt x="1537432" y="97"/>
                    <a:pt x="483307" y="97"/>
                  </a:cubicBezTo>
                  <a:close/>
                </a:path>
              </a:pathLst>
            </a:custGeom>
            <a:noFill/>
            <a:ln w="22813" cap="flat">
              <a:solidFill>
                <a:schemeClr val="accent3"/>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2159866-CB6A-C839-13AE-22E86CF7C24E}"/>
                </a:ext>
              </a:extLst>
            </p:cNvPr>
            <p:cNvSpPr/>
            <p:nvPr/>
          </p:nvSpPr>
          <p:spPr>
            <a:xfrm>
              <a:off x="8450064" y="2346222"/>
              <a:ext cx="2593887" cy="2347475"/>
            </a:xfrm>
            <a:custGeom>
              <a:avLst/>
              <a:gdLst>
                <a:gd name="connsiteX0" fmla="*/ 522352 w 2593887"/>
                <a:gd name="connsiteY0" fmla="*/ 0 h 2347475"/>
                <a:gd name="connsiteX1" fmla="*/ 0 w 2593887"/>
                <a:gd name="connsiteY1" fmla="*/ 0 h 2347475"/>
                <a:gd name="connsiteX2" fmla="*/ 0 w 2593887"/>
                <a:gd name="connsiteY2" fmla="*/ 2347475 h 2347475"/>
                <a:gd name="connsiteX3" fmla="*/ 2593888 w 2593887"/>
                <a:gd name="connsiteY3" fmla="*/ 2347475 h 2347475"/>
                <a:gd name="connsiteX4" fmla="*/ 2593888 w 2593887"/>
                <a:gd name="connsiteY4" fmla="*/ 2071633 h 2347475"/>
                <a:gd name="connsiteX5" fmla="*/ 522255 w 2593887"/>
                <a:gd name="connsiteY5" fmla="*/ 0 h 234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887" h="2347475">
                  <a:moveTo>
                    <a:pt x="522352" y="0"/>
                  </a:moveTo>
                  <a:lnTo>
                    <a:pt x="0" y="0"/>
                  </a:lnTo>
                  <a:cubicBezTo>
                    <a:pt x="0" y="0"/>
                    <a:pt x="0" y="2347475"/>
                    <a:pt x="0" y="2347475"/>
                  </a:cubicBezTo>
                  <a:lnTo>
                    <a:pt x="2593888" y="2347475"/>
                  </a:lnTo>
                  <a:cubicBezTo>
                    <a:pt x="2593888" y="2347475"/>
                    <a:pt x="2593888" y="2071633"/>
                    <a:pt x="2593888" y="2071633"/>
                  </a:cubicBezTo>
                  <a:cubicBezTo>
                    <a:pt x="2593888" y="932230"/>
                    <a:pt x="1661658" y="0"/>
                    <a:pt x="522255" y="0"/>
                  </a:cubicBezTo>
                  <a:close/>
                </a:path>
              </a:pathLst>
            </a:custGeom>
            <a:noFill/>
            <a:ln w="22813" cap="flat">
              <a:solidFill>
                <a:schemeClr val="accent3"/>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9F30909-7351-CC52-AD47-DC0F1719BF2D}"/>
                </a:ext>
              </a:extLst>
            </p:cNvPr>
            <p:cNvSpPr/>
            <p:nvPr/>
          </p:nvSpPr>
          <p:spPr>
            <a:xfrm>
              <a:off x="8369837" y="2249289"/>
              <a:ext cx="2787948" cy="2522984"/>
            </a:xfrm>
            <a:custGeom>
              <a:avLst/>
              <a:gdLst>
                <a:gd name="connsiteX0" fmla="*/ 561397 w 2787948"/>
                <a:gd name="connsiteY0" fmla="*/ 0 h 2522984"/>
                <a:gd name="connsiteX1" fmla="*/ 0 w 2787948"/>
                <a:gd name="connsiteY1" fmla="*/ 0 h 2522984"/>
                <a:gd name="connsiteX2" fmla="*/ 0 w 2787948"/>
                <a:gd name="connsiteY2" fmla="*/ 2522985 h 2522984"/>
                <a:gd name="connsiteX3" fmla="*/ 2787949 w 2787948"/>
                <a:gd name="connsiteY3" fmla="*/ 2522985 h 2522984"/>
                <a:gd name="connsiteX4" fmla="*/ 2787949 w 2787948"/>
                <a:gd name="connsiteY4" fmla="*/ 2226552 h 2522984"/>
                <a:gd name="connsiteX5" fmla="*/ 561397 w 2787948"/>
                <a:gd name="connsiteY5" fmla="*/ 0 h 252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7948" h="2522984">
                  <a:moveTo>
                    <a:pt x="561397" y="0"/>
                  </a:moveTo>
                  <a:lnTo>
                    <a:pt x="0" y="0"/>
                  </a:lnTo>
                  <a:cubicBezTo>
                    <a:pt x="0" y="0"/>
                    <a:pt x="0" y="2522985"/>
                    <a:pt x="0" y="2522985"/>
                  </a:cubicBezTo>
                  <a:lnTo>
                    <a:pt x="2787949" y="2522985"/>
                  </a:lnTo>
                  <a:cubicBezTo>
                    <a:pt x="2787949" y="2522985"/>
                    <a:pt x="2787949" y="2226552"/>
                    <a:pt x="2787949" y="2226552"/>
                  </a:cubicBezTo>
                  <a:cubicBezTo>
                    <a:pt x="2787949" y="1001968"/>
                    <a:pt x="1785981" y="0"/>
                    <a:pt x="561397" y="0"/>
                  </a:cubicBezTo>
                  <a:close/>
                </a:path>
              </a:pathLst>
            </a:custGeom>
            <a:noFill/>
            <a:ln w="22813" cap="flat">
              <a:solidFill>
                <a:schemeClr val="accent3"/>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F0931AF-A759-931D-1D54-6BA4FE51332E}"/>
                </a:ext>
              </a:extLst>
            </p:cNvPr>
            <p:cNvSpPr/>
            <p:nvPr/>
          </p:nvSpPr>
          <p:spPr>
            <a:xfrm>
              <a:off x="8289707" y="2152161"/>
              <a:ext cx="2982009" cy="2698688"/>
            </a:xfrm>
            <a:custGeom>
              <a:avLst/>
              <a:gdLst>
                <a:gd name="connsiteX0" fmla="*/ 600442 w 2982009"/>
                <a:gd name="connsiteY0" fmla="*/ 97 h 2698688"/>
                <a:gd name="connsiteX1" fmla="*/ 0 w 2982009"/>
                <a:gd name="connsiteY1" fmla="*/ 97 h 2698688"/>
                <a:gd name="connsiteX2" fmla="*/ 0 w 2982009"/>
                <a:gd name="connsiteY2" fmla="*/ 2698689 h 2698688"/>
                <a:gd name="connsiteX3" fmla="*/ 2982009 w 2982009"/>
                <a:gd name="connsiteY3" fmla="*/ 2698689 h 2698688"/>
                <a:gd name="connsiteX4" fmla="*/ 2982009 w 2982009"/>
                <a:gd name="connsiteY4" fmla="*/ 2381567 h 2698688"/>
                <a:gd name="connsiteX5" fmla="*/ 600442 w 2982009"/>
                <a:gd name="connsiteY5" fmla="*/ 0 h 269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2009" h="2698688">
                  <a:moveTo>
                    <a:pt x="600442" y="97"/>
                  </a:moveTo>
                  <a:lnTo>
                    <a:pt x="0" y="97"/>
                  </a:lnTo>
                  <a:cubicBezTo>
                    <a:pt x="0" y="97"/>
                    <a:pt x="0" y="2698689"/>
                    <a:pt x="0" y="2698689"/>
                  </a:cubicBezTo>
                  <a:lnTo>
                    <a:pt x="2982009" y="2698689"/>
                  </a:lnTo>
                  <a:cubicBezTo>
                    <a:pt x="2982009" y="2698689"/>
                    <a:pt x="2982009" y="2381567"/>
                    <a:pt x="2982009" y="2381567"/>
                  </a:cubicBezTo>
                  <a:cubicBezTo>
                    <a:pt x="2982009" y="1071705"/>
                    <a:pt x="1910304" y="0"/>
                    <a:pt x="600442" y="0"/>
                  </a:cubicBezTo>
                  <a:close/>
                </a:path>
              </a:pathLst>
            </a:custGeom>
            <a:noFill/>
            <a:ln w="22813" cap="flat">
              <a:solidFill>
                <a:schemeClr val="accent3"/>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16F574-8BC7-D7AC-1D88-DE833A637B09}"/>
                </a:ext>
              </a:extLst>
            </p:cNvPr>
            <p:cNvSpPr/>
            <p:nvPr/>
          </p:nvSpPr>
          <p:spPr>
            <a:xfrm>
              <a:off x="8209480" y="2055325"/>
              <a:ext cx="3175972" cy="2874197"/>
            </a:xfrm>
            <a:custGeom>
              <a:avLst/>
              <a:gdLst>
                <a:gd name="connsiteX0" fmla="*/ 639488 w 3175972"/>
                <a:gd name="connsiteY0" fmla="*/ 0 h 2874197"/>
                <a:gd name="connsiteX1" fmla="*/ 0 w 3175972"/>
                <a:gd name="connsiteY1" fmla="*/ 0 h 2874197"/>
                <a:gd name="connsiteX2" fmla="*/ 0 w 3175972"/>
                <a:gd name="connsiteY2" fmla="*/ 2874198 h 2874197"/>
                <a:gd name="connsiteX3" fmla="*/ 3175973 w 3175972"/>
                <a:gd name="connsiteY3" fmla="*/ 2874198 h 2874197"/>
                <a:gd name="connsiteX4" fmla="*/ 3175973 w 3175972"/>
                <a:gd name="connsiteY4" fmla="*/ 2536486 h 2874197"/>
                <a:gd name="connsiteX5" fmla="*/ 639488 w 3175972"/>
                <a:gd name="connsiteY5" fmla="*/ 0 h 2874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5972" h="2874197">
                  <a:moveTo>
                    <a:pt x="639488" y="0"/>
                  </a:moveTo>
                  <a:lnTo>
                    <a:pt x="0" y="0"/>
                  </a:lnTo>
                  <a:cubicBezTo>
                    <a:pt x="0" y="0"/>
                    <a:pt x="0" y="2874198"/>
                    <a:pt x="0" y="2874198"/>
                  </a:cubicBezTo>
                  <a:lnTo>
                    <a:pt x="3175973" y="2874198"/>
                  </a:lnTo>
                  <a:cubicBezTo>
                    <a:pt x="3175973" y="2874198"/>
                    <a:pt x="3175973" y="2536486"/>
                    <a:pt x="3175973" y="2536486"/>
                  </a:cubicBezTo>
                  <a:cubicBezTo>
                    <a:pt x="3175973" y="1141443"/>
                    <a:pt x="2034530" y="0"/>
                    <a:pt x="639488" y="0"/>
                  </a:cubicBezTo>
                  <a:close/>
                </a:path>
              </a:pathLst>
            </a:custGeom>
            <a:noFill/>
            <a:ln w="22813" cap="flat">
              <a:solidFill>
                <a:schemeClr val="accent3"/>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DA0745-5885-DD71-E99D-D5D1B0CF86E4}"/>
                </a:ext>
              </a:extLst>
            </p:cNvPr>
            <p:cNvSpPr/>
            <p:nvPr/>
          </p:nvSpPr>
          <p:spPr>
            <a:xfrm>
              <a:off x="8129252" y="1958294"/>
              <a:ext cx="3370033" cy="3049804"/>
            </a:xfrm>
            <a:custGeom>
              <a:avLst/>
              <a:gdLst>
                <a:gd name="connsiteX0" fmla="*/ 678630 w 3370033"/>
                <a:gd name="connsiteY0" fmla="*/ 0 h 3049804"/>
                <a:gd name="connsiteX1" fmla="*/ 0 w 3370033"/>
                <a:gd name="connsiteY1" fmla="*/ 0 h 3049804"/>
                <a:gd name="connsiteX2" fmla="*/ 0 w 3370033"/>
                <a:gd name="connsiteY2" fmla="*/ 3049804 h 3049804"/>
                <a:gd name="connsiteX3" fmla="*/ 3370034 w 3370033"/>
                <a:gd name="connsiteY3" fmla="*/ 3049804 h 3049804"/>
                <a:gd name="connsiteX4" fmla="*/ 3370034 w 3370033"/>
                <a:gd name="connsiteY4" fmla="*/ 2691404 h 3049804"/>
                <a:gd name="connsiteX5" fmla="*/ 678630 w 3370033"/>
                <a:gd name="connsiteY5" fmla="*/ 0 h 30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0033" h="3049804">
                  <a:moveTo>
                    <a:pt x="678630" y="0"/>
                  </a:moveTo>
                  <a:lnTo>
                    <a:pt x="0" y="0"/>
                  </a:lnTo>
                  <a:cubicBezTo>
                    <a:pt x="0" y="0"/>
                    <a:pt x="0" y="3049804"/>
                    <a:pt x="0" y="3049804"/>
                  </a:cubicBezTo>
                  <a:lnTo>
                    <a:pt x="3370034" y="3049804"/>
                  </a:lnTo>
                  <a:cubicBezTo>
                    <a:pt x="3370034" y="3049804"/>
                    <a:pt x="3370034" y="2691404"/>
                    <a:pt x="3370034" y="2691404"/>
                  </a:cubicBezTo>
                  <a:cubicBezTo>
                    <a:pt x="3370034" y="1211083"/>
                    <a:pt x="2158854" y="0"/>
                    <a:pt x="678630" y="0"/>
                  </a:cubicBezTo>
                  <a:close/>
                </a:path>
              </a:pathLst>
            </a:custGeom>
            <a:noFill/>
            <a:ln w="22813" cap="flat">
              <a:solidFill>
                <a:schemeClr val="accent3"/>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2BD5391-22D2-56B7-1561-4B7441FCF11E}"/>
                </a:ext>
              </a:extLst>
            </p:cNvPr>
            <p:cNvSpPr/>
            <p:nvPr/>
          </p:nvSpPr>
          <p:spPr>
            <a:xfrm>
              <a:off x="8049122" y="1861361"/>
              <a:ext cx="3564094" cy="3225410"/>
            </a:xfrm>
            <a:custGeom>
              <a:avLst/>
              <a:gdLst>
                <a:gd name="connsiteX0" fmla="*/ 717675 w 3564094"/>
                <a:gd name="connsiteY0" fmla="*/ 0 h 3225410"/>
                <a:gd name="connsiteX1" fmla="*/ 0 w 3564094"/>
                <a:gd name="connsiteY1" fmla="*/ 0 h 3225410"/>
                <a:gd name="connsiteX2" fmla="*/ 0 w 3564094"/>
                <a:gd name="connsiteY2" fmla="*/ 3225411 h 3225410"/>
                <a:gd name="connsiteX3" fmla="*/ 3564095 w 3564094"/>
                <a:gd name="connsiteY3" fmla="*/ 3225411 h 3225410"/>
                <a:gd name="connsiteX4" fmla="*/ 3564095 w 3564094"/>
                <a:gd name="connsiteY4" fmla="*/ 2846420 h 3225410"/>
                <a:gd name="connsiteX5" fmla="*/ 717675 w 3564094"/>
                <a:gd name="connsiteY5" fmla="*/ 0 h 322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4094" h="3225410">
                  <a:moveTo>
                    <a:pt x="717675" y="0"/>
                  </a:moveTo>
                  <a:lnTo>
                    <a:pt x="0" y="0"/>
                  </a:lnTo>
                  <a:cubicBezTo>
                    <a:pt x="0" y="0"/>
                    <a:pt x="0" y="3225411"/>
                    <a:pt x="0" y="3225411"/>
                  </a:cubicBezTo>
                  <a:lnTo>
                    <a:pt x="3564095" y="3225411"/>
                  </a:lnTo>
                  <a:cubicBezTo>
                    <a:pt x="3564095" y="3225411"/>
                    <a:pt x="3564095" y="2846420"/>
                    <a:pt x="3564095" y="2846420"/>
                  </a:cubicBezTo>
                  <a:cubicBezTo>
                    <a:pt x="3564095" y="1280918"/>
                    <a:pt x="2283177" y="0"/>
                    <a:pt x="717675" y="0"/>
                  </a:cubicBezTo>
                  <a:close/>
                </a:path>
              </a:pathLst>
            </a:custGeom>
            <a:noFill/>
            <a:ln w="22813" cap="flat">
              <a:solidFill>
                <a:schemeClr val="accent3"/>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C51AE05-5125-9A0C-2234-D4571A7B8751}"/>
                </a:ext>
              </a:extLst>
            </p:cNvPr>
            <p:cNvSpPr/>
            <p:nvPr/>
          </p:nvSpPr>
          <p:spPr>
            <a:xfrm>
              <a:off x="7968895" y="1764331"/>
              <a:ext cx="3758058" cy="3401017"/>
            </a:xfrm>
            <a:custGeom>
              <a:avLst/>
              <a:gdLst>
                <a:gd name="connsiteX0" fmla="*/ 756721 w 3758058"/>
                <a:gd name="connsiteY0" fmla="*/ 0 h 3401017"/>
                <a:gd name="connsiteX1" fmla="*/ 0 w 3758058"/>
                <a:gd name="connsiteY1" fmla="*/ 0 h 3401017"/>
                <a:gd name="connsiteX2" fmla="*/ 0 w 3758058"/>
                <a:gd name="connsiteY2" fmla="*/ 3401018 h 3401017"/>
                <a:gd name="connsiteX3" fmla="*/ 3758058 w 3758058"/>
                <a:gd name="connsiteY3" fmla="*/ 3401018 h 3401017"/>
                <a:gd name="connsiteX4" fmla="*/ 3758058 w 3758058"/>
                <a:gd name="connsiteY4" fmla="*/ 3001435 h 3401017"/>
                <a:gd name="connsiteX5" fmla="*/ 756721 w 3758058"/>
                <a:gd name="connsiteY5" fmla="*/ 97 h 340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8058" h="3401017">
                  <a:moveTo>
                    <a:pt x="756721" y="0"/>
                  </a:moveTo>
                  <a:lnTo>
                    <a:pt x="0" y="0"/>
                  </a:lnTo>
                  <a:cubicBezTo>
                    <a:pt x="0" y="0"/>
                    <a:pt x="0" y="3401018"/>
                    <a:pt x="0" y="3401018"/>
                  </a:cubicBezTo>
                  <a:lnTo>
                    <a:pt x="3758058" y="3401018"/>
                  </a:lnTo>
                  <a:cubicBezTo>
                    <a:pt x="3758058" y="3401018"/>
                    <a:pt x="3758058" y="3001435"/>
                    <a:pt x="3758058" y="3001435"/>
                  </a:cubicBezTo>
                  <a:cubicBezTo>
                    <a:pt x="3758058" y="1350655"/>
                    <a:pt x="2407403" y="97"/>
                    <a:pt x="756721" y="97"/>
                  </a:cubicBezTo>
                  <a:close/>
                </a:path>
              </a:pathLst>
            </a:custGeom>
            <a:noFill/>
            <a:ln w="22813" cap="flat">
              <a:solidFill>
                <a:schemeClr val="accent3"/>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E28954-65CE-131F-B818-C57CE2823510}"/>
                </a:ext>
              </a:extLst>
            </p:cNvPr>
            <p:cNvSpPr/>
            <p:nvPr/>
          </p:nvSpPr>
          <p:spPr>
            <a:xfrm>
              <a:off x="7888667" y="1667300"/>
              <a:ext cx="3952119" cy="3576623"/>
            </a:xfrm>
            <a:custGeom>
              <a:avLst/>
              <a:gdLst>
                <a:gd name="connsiteX0" fmla="*/ 795863 w 3952119"/>
                <a:gd name="connsiteY0" fmla="*/ 97 h 3576623"/>
                <a:gd name="connsiteX1" fmla="*/ 0 w 3952119"/>
                <a:gd name="connsiteY1" fmla="*/ 97 h 3576623"/>
                <a:gd name="connsiteX2" fmla="*/ 0 w 3952119"/>
                <a:gd name="connsiteY2" fmla="*/ 3576624 h 3576623"/>
                <a:gd name="connsiteX3" fmla="*/ 3952119 w 3952119"/>
                <a:gd name="connsiteY3" fmla="*/ 3576624 h 3576623"/>
                <a:gd name="connsiteX4" fmla="*/ 3952119 w 3952119"/>
                <a:gd name="connsiteY4" fmla="*/ 3156353 h 3576623"/>
                <a:gd name="connsiteX5" fmla="*/ 795766 w 3952119"/>
                <a:gd name="connsiteY5" fmla="*/ 0 h 357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52119" h="3576623">
                  <a:moveTo>
                    <a:pt x="795863" y="97"/>
                  </a:moveTo>
                  <a:lnTo>
                    <a:pt x="0" y="97"/>
                  </a:lnTo>
                  <a:cubicBezTo>
                    <a:pt x="0" y="97"/>
                    <a:pt x="0" y="3576624"/>
                    <a:pt x="0" y="3576624"/>
                  </a:cubicBezTo>
                  <a:lnTo>
                    <a:pt x="3952119" y="3576624"/>
                  </a:lnTo>
                  <a:cubicBezTo>
                    <a:pt x="3952119" y="3576624"/>
                    <a:pt x="3952119" y="3156353"/>
                    <a:pt x="3952119" y="3156353"/>
                  </a:cubicBezTo>
                  <a:cubicBezTo>
                    <a:pt x="3952119" y="1420393"/>
                    <a:pt x="2531726" y="0"/>
                    <a:pt x="795766" y="0"/>
                  </a:cubicBezTo>
                  <a:close/>
                </a:path>
              </a:pathLst>
            </a:custGeom>
            <a:noFill/>
            <a:ln w="22813" cap="flat">
              <a:solidFill>
                <a:schemeClr val="accent3"/>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C51F013-799A-B6B0-F45A-E627BC708A2E}"/>
                </a:ext>
              </a:extLst>
            </p:cNvPr>
            <p:cNvSpPr/>
            <p:nvPr/>
          </p:nvSpPr>
          <p:spPr>
            <a:xfrm>
              <a:off x="7808537" y="1570367"/>
              <a:ext cx="4146179" cy="3752133"/>
            </a:xfrm>
            <a:custGeom>
              <a:avLst/>
              <a:gdLst>
                <a:gd name="connsiteX0" fmla="*/ 834811 w 4146179"/>
                <a:gd name="connsiteY0" fmla="*/ 0 h 3752133"/>
                <a:gd name="connsiteX1" fmla="*/ 0 w 4146179"/>
                <a:gd name="connsiteY1" fmla="*/ 0 h 3752133"/>
                <a:gd name="connsiteX2" fmla="*/ 0 w 4146179"/>
                <a:gd name="connsiteY2" fmla="*/ 3752134 h 3752133"/>
                <a:gd name="connsiteX3" fmla="*/ 4146180 w 4146179"/>
                <a:gd name="connsiteY3" fmla="*/ 3752134 h 3752133"/>
                <a:gd name="connsiteX4" fmla="*/ 4146180 w 4146179"/>
                <a:gd name="connsiteY4" fmla="*/ 3311272 h 3752133"/>
                <a:gd name="connsiteX5" fmla="*/ 834908 w 4146179"/>
                <a:gd name="connsiteY5" fmla="*/ 0 h 375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6179" h="3752133">
                  <a:moveTo>
                    <a:pt x="834811" y="0"/>
                  </a:moveTo>
                  <a:lnTo>
                    <a:pt x="0" y="0"/>
                  </a:lnTo>
                  <a:cubicBezTo>
                    <a:pt x="0" y="0"/>
                    <a:pt x="0" y="3752134"/>
                    <a:pt x="0" y="3752134"/>
                  </a:cubicBezTo>
                  <a:lnTo>
                    <a:pt x="4146180" y="3752134"/>
                  </a:lnTo>
                  <a:cubicBezTo>
                    <a:pt x="4146180" y="3752134"/>
                    <a:pt x="4146180" y="3311272"/>
                    <a:pt x="4146180" y="3311272"/>
                  </a:cubicBezTo>
                  <a:cubicBezTo>
                    <a:pt x="4146180" y="1490034"/>
                    <a:pt x="2656147" y="0"/>
                    <a:pt x="834908" y="0"/>
                  </a:cubicBezTo>
                  <a:close/>
                </a:path>
              </a:pathLst>
            </a:custGeom>
            <a:noFill/>
            <a:ln w="22813" cap="flat">
              <a:solidFill>
                <a:schemeClr val="accent3"/>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B26D6E7-2D9B-14BD-E404-BFE5AE25DAAB}"/>
                </a:ext>
              </a:extLst>
            </p:cNvPr>
            <p:cNvSpPr/>
            <p:nvPr/>
          </p:nvSpPr>
          <p:spPr>
            <a:xfrm>
              <a:off x="7728310" y="1473337"/>
              <a:ext cx="4340143" cy="3927837"/>
            </a:xfrm>
            <a:custGeom>
              <a:avLst/>
              <a:gdLst>
                <a:gd name="connsiteX0" fmla="*/ 873954 w 4340143"/>
                <a:gd name="connsiteY0" fmla="*/ 97 h 3927837"/>
                <a:gd name="connsiteX1" fmla="*/ 0 w 4340143"/>
                <a:gd name="connsiteY1" fmla="*/ 97 h 3927837"/>
                <a:gd name="connsiteX2" fmla="*/ 0 w 4340143"/>
                <a:gd name="connsiteY2" fmla="*/ 3927837 h 3927837"/>
                <a:gd name="connsiteX3" fmla="*/ 4340144 w 4340143"/>
                <a:gd name="connsiteY3" fmla="*/ 3927837 h 3927837"/>
                <a:gd name="connsiteX4" fmla="*/ 4340144 w 4340143"/>
                <a:gd name="connsiteY4" fmla="*/ 3466287 h 3927837"/>
                <a:gd name="connsiteX5" fmla="*/ 873856 w 4340143"/>
                <a:gd name="connsiteY5" fmla="*/ 0 h 392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0143" h="3927837">
                  <a:moveTo>
                    <a:pt x="873954" y="97"/>
                  </a:moveTo>
                  <a:lnTo>
                    <a:pt x="0" y="97"/>
                  </a:lnTo>
                  <a:cubicBezTo>
                    <a:pt x="0" y="97"/>
                    <a:pt x="0" y="3927837"/>
                    <a:pt x="0" y="3927837"/>
                  </a:cubicBezTo>
                  <a:lnTo>
                    <a:pt x="4340144" y="3927837"/>
                  </a:lnTo>
                  <a:cubicBezTo>
                    <a:pt x="4340144" y="3927837"/>
                    <a:pt x="4340144" y="3466287"/>
                    <a:pt x="4340144" y="3466287"/>
                  </a:cubicBezTo>
                  <a:cubicBezTo>
                    <a:pt x="4340144" y="1559868"/>
                    <a:pt x="2780373" y="0"/>
                    <a:pt x="873856" y="0"/>
                  </a:cubicBezTo>
                  <a:close/>
                </a:path>
              </a:pathLst>
            </a:custGeom>
            <a:noFill/>
            <a:ln w="22813" cap="flat">
              <a:solidFill>
                <a:schemeClr val="accent3"/>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1A8DCA0-D108-7703-A19B-60B550033138}"/>
                </a:ext>
              </a:extLst>
            </p:cNvPr>
            <p:cNvSpPr/>
            <p:nvPr/>
          </p:nvSpPr>
          <p:spPr>
            <a:xfrm>
              <a:off x="7648082" y="1376403"/>
              <a:ext cx="4534204" cy="4103346"/>
            </a:xfrm>
            <a:custGeom>
              <a:avLst/>
              <a:gdLst>
                <a:gd name="connsiteX0" fmla="*/ 912999 w 4534204"/>
                <a:gd name="connsiteY0" fmla="*/ 0 h 4103346"/>
                <a:gd name="connsiteX1" fmla="*/ 0 w 4534204"/>
                <a:gd name="connsiteY1" fmla="*/ 0 h 4103346"/>
                <a:gd name="connsiteX2" fmla="*/ 0 w 4534204"/>
                <a:gd name="connsiteY2" fmla="*/ 4103347 h 4103346"/>
                <a:gd name="connsiteX3" fmla="*/ 4534205 w 4534204"/>
                <a:gd name="connsiteY3" fmla="*/ 4103347 h 4103346"/>
                <a:gd name="connsiteX4" fmla="*/ 4534205 w 4534204"/>
                <a:gd name="connsiteY4" fmla="*/ 3621206 h 4103346"/>
                <a:gd name="connsiteX5" fmla="*/ 912999 w 4534204"/>
                <a:gd name="connsiteY5" fmla="*/ 0 h 410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34204" h="4103346">
                  <a:moveTo>
                    <a:pt x="912999" y="0"/>
                  </a:moveTo>
                  <a:lnTo>
                    <a:pt x="0" y="0"/>
                  </a:lnTo>
                  <a:cubicBezTo>
                    <a:pt x="0" y="0"/>
                    <a:pt x="0" y="4103347"/>
                    <a:pt x="0" y="4103347"/>
                  </a:cubicBezTo>
                  <a:lnTo>
                    <a:pt x="4534205" y="4103347"/>
                  </a:lnTo>
                  <a:cubicBezTo>
                    <a:pt x="4534205" y="4103347"/>
                    <a:pt x="4534205" y="3621206"/>
                    <a:pt x="4534205" y="3621206"/>
                  </a:cubicBezTo>
                  <a:cubicBezTo>
                    <a:pt x="4534205" y="1629509"/>
                    <a:pt x="2904696" y="0"/>
                    <a:pt x="912999" y="0"/>
                  </a:cubicBezTo>
                  <a:close/>
                </a:path>
              </a:pathLst>
            </a:custGeom>
            <a:noFill/>
            <a:ln w="22813" cap="flat">
              <a:solidFill>
                <a:schemeClr val="accent3"/>
              </a:solidFill>
              <a:prstDash val="solid"/>
              <a:miter/>
            </a:ln>
          </p:spPr>
          <p:txBody>
            <a:bodyPr rtlCol="0" anchor="ctr"/>
            <a:lstStyle/>
            <a:p>
              <a:endParaRPr lang="en-US"/>
            </a:p>
          </p:txBody>
        </p:sp>
      </p:grpSp>
      <p:sp>
        <p:nvSpPr>
          <p:cNvPr id="20" name="Picture Placeholder 6">
            <a:extLst>
              <a:ext uri="{FF2B5EF4-FFF2-40B4-BE49-F238E27FC236}">
                <a16:creationId xmlns:a16="http://schemas.microsoft.com/office/drawing/2014/main" id="{94A18471-8279-D2BD-A87C-F3929C62AC66}"/>
              </a:ext>
            </a:extLst>
          </p:cNvPr>
          <p:cNvSpPr>
            <a:spLocks noGrp="1"/>
          </p:cNvSpPr>
          <p:nvPr>
            <p:ph type="pic" sz="quarter" idx="10"/>
          </p:nvPr>
        </p:nvSpPr>
        <p:spPr>
          <a:xfrm>
            <a:off x="6259398" y="2246255"/>
            <a:ext cx="3680538" cy="3330822"/>
          </a:xfrm>
          <a:custGeom>
            <a:avLst/>
            <a:gdLst>
              <a:gd name="connsiteX0" fmla="*/ 0 w 3623762"/>
              <a:gd name="connsiteY0" fmla="*/ 0 h 3279440"/>
              <a:gd name="connsiteX1" fmla="*/ 3623762 w 3623762"/>
              <a:gd name="connsiteY1" fmla="*/ 0 h 3279440"/>
              <a:gd name="connsiteX2" fmla="*/ 3623762 w 3623762"/>
              <a:gd name="connsiteY2" fmla="*/ 3279333 h 3279440"/>
              <a:gd name="connsiteX3" fmla="*/ 2894067 w 3623762"/>
              <a:gd name="connsiteY3" fmla="*/ 3279333 h 3279440"/>
              <a:gd name="connsiteX4" fmla="*/ 2894067 w 3623762"/>
              <a:gd name="connsiteY4" fmla="*/ 3279440 h 3279440"/>
              <a:gd name="connsiteX5" fmla="*/ 0 w 3623762"/>
              <a:gd name="connsiteY5" fmla="*/ 385375 h 3279440"/>
              <a:gd name="connsiteX6" fmla="*/ 0 w 3623762"/>
              <a:gd name="connsiteY6" fmla="*/ 0 h 327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3762" h="3279440">
                <a:moveTo>
                  <a:pt x="0" y="0"/>
                </a:moveTo>
                <a:lnTo>
                  <a:pt x="3623762" y="0"/>
                </a:lnTo>
                <a:cubicBezTo>
                  <a:pt x="3623762" y="0"/>
                  <a:pt x="3623762" y="3279333"/>
                  <a:pt x="3623762" y="3279333"/>
                </a:cubicBezTo>
                <a:lnTo>
                  <a:pt x="2894067" y="3279333"/>
                </a:lnTo>
                <a:lnTo>
                  <a:pt x="2894067" y="3279440"/>
                </a:lnTo>
                <a:cubicBezTo>
                  <a:pt x="1302277" y="3279440"/>
                  <a:pt x="0" y="1977056"/>
                  <a:pt x="0" y="385375"/>
                </a:cubicBezTo>
                <a:cubicBezTo>
                  <a:pt x="0" y="385375"/>
                  <a:pt x="0" y="0"/>
                  <a:pt x="0" y="0"/>
                </a:cubicBezTo>
                <a:close/>
              </a:path>
            </a:pathLst>
          </a:custGeom>
        </p:spPr>
        <p:txBody>
          <a:bodyPr wrap="square">
            <a:noAutofit/>
          </a:bodyPr>
          <a:lstStyle/>
          <a:p>
            <a:endParaRPr lang="en-US"/>
          </a:p>
        </p:txBody>
      </p:sp>
      <p:grpSp>
        <p:nvGrpSpPr>
          <p:cNvPr id="21" name="Group 20">
            <a:extLst>
              <a:ext uri="{FF2B5EF4-FFF2-40B4-BE49-F238E27FC236}">
                <a16:creationId xmlns:a16="http://schemas.microsoft.com/office/drawing/2014/main" id="{986BBF8F-B8DC-ADC4-090F-93E56E33656F}"/>
              </a:ext>
            </a:extLst>
          </p:cNvPr>
          <p:cNvGrpSpPr/>
          <p:nvPr userDrawn="1"/>
        </p:nvGrpSpPr>
        <p:grpSpPr>
          <a:xfrm>
            <a:off x="11558587" y="3429000"/>
            <a:ext cx="504825" cy="3240562"/>
            <a:chOff x="11558587" y="3429000"/>
            <a:chExt cx="504825" cy="3240562"/>
          </a:xfrm>
          <a:noFill/>
        </p:grpSpPr>
        <p:pic>
          <p:nvPicPr>
            <p:cNvPr id="22" name="Graphic 21">
              <a:extLst>
                <a:ext uri="{FF2B5EF4-FFF2-40B4-BE49-F238E27FC236}">
                  <a16:creationId xmlns:a16="http://schemas.microsoft.com/office/drawing/2014/main" id="{6C817E87-37D1-907A-EC0C-17E0A1FD9F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
          <p:nvSpPr>
            <p:cNvPr id="23" name="TextBox 22">
              <a:extLst>
                <a:ext uri="{FF2B5EF4-FFF2-40B4-BE49-F238E27FC236}">
                  <a16:creationId xmlns:a16="http://schemas.microsoft.com/office/drawing/2014/main" id="{C1F2B8BC-7A0A-5981-70EF-5E8172A7D264}"/>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24" name="Straight Connector 23">
            <a:extLst>
              <a:ext uri="{FF2B5EF4-FFF2-40B4-BE49-F238E27FC236}">
                <a16:creationId xmlns:a16="http://schemas.microsoft.com/office/drawing/2014/main" id="{F3B60EC4-B7E2-0F19-7556-4D251C975D50}"/>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9510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Blank">
    <p:spTree>
      <p:nvGrpSpPr>
        <p:cNvPr id="1" name=""/>
        <p:cNvGrpSpPr/>
        <p:nvPr/>
      </p:nvGrpSpPr>
      <p:grpSpPr>
        <a:xfrm>
          <a:off x="0" y="0"/>
          <a:ext cx="0" cy="0"/>
          <a:chOff x="0" y="0"/>
          <a:chExt cx="0" cy="0"/>
        </a:xfrm>
      </p:grpSpPr>
      <p:pic>
        <p:nvPicPr>
          <p:cNvPr id="2" name="Picture 1" descr="Close-up of a group of glass containers&#10;&#10;AI-generated content may be incorrect.">
            <a:extLst>
              <a:ext uri="{FF2B5EF4-FFF2-40B4-BE49-F238E27FC236}">
                <a16:creationId xmlns:a16="http://schemas.microsoft.com/office/drawing/2014/main" id="{F1CB07E2-B7B0-E917-3452-6485116468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2667001" y="-2667000"/>
            <a:ext cx="6858002" cy="12192001"/>
          </a:xfrm>
          <a:prstGeom prst="rect">
            <a:avLst/>
          </a:prstGeom>
        </p:spPr>
      </p:pic>
      <p:cxnSp>
        <p:nvCxnSpPr>
          <p:cNvPr id="3" name="Straight Connector 2">
            <a:extLst>
              <a:ext uri="{FF2B5EF4-FFF2-40B4-BE49-F238E27FC236}">
                <a16:creationId xmlns:a16="http://schemas.microsoft.com/office/drawing/2014/main" id="{FE8F036F-B73B-206A-778C-8CA7CA425315}"/>
              </a:ext>
            </a:extLst>
          </p:cNvPr>
          <p:cNvCxnSpPr/>
          <p:nvPr userDrawn="1"/>
        </p:nvCxnSpPr>
        <p:spPr>
          <a:xfrm>
            <a:off x="10274536" y="6504628"/>
            <a:ext cx="1284051" cy="0"/>
          </a:xfrm>
          <a:prstGeom prst="line">
            <a:avLst/>
          </a:prstGeom>
          <a:ln w="28575">
            <a:no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0900D4C8-3F2F-6B7B-1B41-661B4D502ADE}"/>
              </a:ext>
            </a:extLst>
          </p:cNvPr>
          <p:cNvSpPr>
            <a:spLocks noGrp="1"/>
          </p:cNvSpPr>
          <p:nvPr>
            <p:ph type="title"/>
          </p:nvPr>
        </p:nvSpPr>
        <p:spPr>
          <a:xfrm>
            <a:off x="515144" y="3264375"/>
            <a:ext cx="4566307" cy="2852737"/>
          </a:xfrm>
        </p:spPr>
        <p:txBody>
          <a:bodyPr anchor="b"/>
          <a:lstStyle>
            <a:lvl1pPr>
              <a:defRPr sz="6000">
                <a:solidFill>
                  <a:srgbClr val="0366FF"/>
                </a:solidFill>
              </a:defRPr>
            </a:lvl1pPr>
          </a:lstStyle>
          <a:p>
            <a:r>
              <a:rPr lang="en-US"/>
              <a:t>Click to edit Master title style</a:t>
            </a:r>
          </a:p>
        </p:txBody>
      </p:sp>
      <p:grpSp>
        <p:nvGrpSpPr>
          <p:cNvPr id="5" name="Group 4">
            <a:extLst>
              <a:ext uri="{FF2B5EF4-FFF2-40B4-BE49-F238E27FC236}">
                <a16:creationId xmlns:a16="http://schemas.microsoft.com/office/drawing/2014/main" id="{DF1FA5D4-834B-B7DB-0D7C-F8B8C92FF4F7}"/>
              </a:ext>
            </a:extLst>
          </p:cNvPr>
          <p:cNvGrpSpPr/>
          <p:nvPr userDrawn="1"/>
        </p:nvGrpSpPr>
        <p:grpSpPr>
          <a:xfrm>
            <a:off x="11558587" y="3429000"/>
            <a:ext cx="504825" cy="3240562"/>
            <a:chOff x="11558587" y="3429000"/>
            <a:chExt cx="504825" cy="3240562"/>
          </a:xfrm>
          <a:noFill/>
        </p:grpSpPr>
        <p:pic>
          <p:nvPicPr>
            <p:cNvPr id="6" name="Graphic 5">
              <a:extLst>
                <a:ext uri="{FF2B5EF4-FFF2-40B4-BE49-F238E27FC236}">
                  <a16:creationId xmlns:a16="http://schemas.microsoft.com/office/drawing/2014/main" id="{02133ED4-988D-D493-5518-B6B096AEAC2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
          <p:nvSpPr>
            <p:cNvPr id="7" name="TextBox 6">
              <a:extLst>
                <a:ext uri="{FF2B5EF4-FFF2-40B4-BE49-F238E27FC236}">
                  <a16:creationId xmlns:a16="http://schemas.microsoft.com/office/drawing/2014/main" id="{EB2C70A3-2629-E214-6F86-4E3AEBCA6518}"/>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8" name="Straight Connector 7">
            <a:extLst>
              <a:ext uri="{FF2B5EF4-FFF2-40B4-BE49-F238E27FC236}">
                <a16:creationId xmlns:a16="http://schemas.microsoft.com/office/drawing/2014/main" id="{7AB45DD6-2169-C308-D859-B9FCC208DD89}"/>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9" name="Graphic 8">
            <a:extLst>
              <a:ext uri="{FF2B5EF4-FFF2-40B4-BE49-F238E27FC236}">
                <a16:creationId xmlns:a16="http://schemas.microsoft.com/office/drawing/2014/main" id="{E1CBD87B-A4E1-EB65-94CC-E92F6962B0B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558587" y="6123547"/>
            <a:ext cx="504825" cy="552450"/>
          </a:xfrm>
          <a:prstGeom prst="rect">
            <a:avLst/>
          </a:prstGeom>
        </p:spPr>
      </p:pic>
    </p:spTree>
    <p:extLst>
      <p:ext uri="{BB962C8B-B14F-4D97-AF65-F5344CB8AC3E}">
        <p14:creationId xmlns:p14="http://schemas.microsoft.com/office/powerpoint/2010/main" val="2536322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8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F6512D8-4A24-7606-C8C8-CB9B880B0DFD}"/>
              </a:ext>
            </a:extLst>
          </p:cNvPr>
          <p:cNvGrpSpPr/>
          <p:nvPr userDrawn="1"/>
        </p:nvGrpSpPr>
        <p:grpSpPr>
          <a:xfrm>
            <a:off x="10095861" y="6117112"/>
            <a:ext cx="1967551" cy="552450"/>
            <a:chOff x="10095861" y="6117112"/>
            <a:chExt cx="1967551" cy="552450"/>
          </a:xfrm>
          <a:solidFill>
            <a:schemeClr val="bg1"/>
          </a:solidFill>
        </p:grpSpPr>
        <p:pic>
          <p:nvPicPr>
            <p:cNvPr id="3" name="Graphic 2">
              <a:extLst>
                <a:ext uri="{FF2B5EF4-FFF2-40B4-BE49-F238E27FC236}">
                  <a16:creationId xmlns:a16="http://schemas.microsoft.com/office/drawing/2014/main" id="{702A7DF9-B37B-389F-B4E6-5743B1679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sp>
          <p:nvSpPr>
            <p:cNvPr id="4" name="TextBox 3">
              <a:extLst>
                <a:ext uri="{FF2B5EF4-FFF2-40B4-BE49-F238E27FC236}">
                  <a16:creationId xmlns:a16="http://schemas.microsoft.com/office/drawing/2014/main" id="{40EB226B-2AD6-AE1D-6396-CF295B80C27D}"/>
                </a:ext>
              </a:extLst>
            </p:cNvPr>
            <p:cNvSpPr txBox="1"/>
            <p:nvPr userDrawn="1"/>
          </p:nvSpPr>
          <p:spPr>
            <a:xfrm>
              <a:off x="10095861" y="6398464"/>
              <a:ext cx="1538292" cy="253916"/>
            </a:xfrm>
            <a:prstGeom prst="rect">
              <a:avLst/>
            </a:prstGeom>
            <a:noFill/>
            <a:ln>
              <a:noFill/>
            </a:ln>
          </p:spPr>
          <p:txBody>
            <a:bodyPr wrap="square" rtlCol="0">
              <a:spAutoFit/>
            </a:bodyPr>
            <a:lstStyle/>
            <a:p>
              <a:r>
                <a:rPr lang="en-US" sz="1050">
                  <a:solidFill>
                    <a:schemeClr val="bg1"/>
                  </a:solidFill>
                  <a:latin typeface="Poppins" panose="00000500000000000000" pitchFamily="2" charset="0"/>
                  <a:cs typeface="Poppins" panose="00000500000000000000" pitchFamily="2" charset="0"/>
                </a:rPr>
                <a:t>www.flairstech.com</a:t>
              </a:r>
            </a:p>
          </p:txBody>
        </p:sp>
      </p:grpSp>
      <p:cxnSp>
        <p:nvCxnSpPr>
          <p:cNvPr id="5" name="Straight Connector 4">
            <a:extLst>
              <a:ext uri="{FF2B5EF4-FFF2-40B4-BE49-F238E27FC236}">
                <a16:creationId xmlns:a16="http://schemas.microsoft.com/office/drawing/2014/main" id="{A64409FA-1683-078F-E2BC-BE0F2F4A7195}"/>
              </a:ext>
            </a:extLst>
          </p:cNvPr>
          <p:cNvCxnSpPr/>
          <p:nvPr userDrawn="1"/>
        </p:nvCxnSpPr>
        <p:spPr>
          <a:xfrm>
            <a:off x="10274536" y="6504628"/>
            <a:ext cx="1284051" cy="0"/>
          </a:xfrm>
          <a:prstGeom prst="line">
            <a:avLst/>
          </a:prstGeom>
          <a:ln w="28575">
            <a:no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FF9474E-02B0-3098-EB0B-DA2342976B4D}"/>
              </a:ext>
            </a:extLst>
          </p:cNvPr>
          <p:cNvCxnSpPr>
            <a:cxnSpLocks/>
          </p:cNvCxnSpPr>
          <p:nvPr userDrawn="1"/>
        </p:nvCxnSpPr>
        <p:spPr>
          <a:xfrm>
            <a:off x="10161224" y="6652380"/>
            <a:ext cx="139736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7" name="Picture 6" descr="A blue and purple wavy line&#10;&#10;AI-generated content may be incorrect.">
            <a:extLst>
              <a:ext uri="{FF2B5EF4-FFF2-40B4-BE49-F238E27FC236}">
                <a16:creationId xmlns:a16="http://schemas.microsoft.com/office/drawing/2014/main" id="{F82627BD-2194-EE22-0CF0-BD316FB644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C420F0F8-0D58-5C5B-5281-125C1B16ECFD}"/>
              </a:ext>
            </a:extLst>
          </p:cNvPr>
          <p:cNvSpPr txBox="1">
            <a:spLocks/>
          </p:cNvSpPr>
          <p:nvPr userDrawn="1"/>
        </p:nvSpPr>
        <p:spPr>
          <a:xfrm>
            <a:off x="579657" y="483467"/>
            <a:ext cx="5640559" cy="28527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chemeClr val="bg1"/>
                </a:solidFill>
                <a:latin typeface="Poppins Medium" panose="00000600000000000000" pitchFamily="2" charset="0"/>
                <a:ea typeface="+mj-ea"/>
                <a:cs typeface="Poppins Medium" panose="00000600000000000000" pitchFamily="2" charset="0"/>
              </a:defRPr>
            </a:lvl1pPr>
          </a:lstStyle>
          <a:p>
            <a:r>
              <a:rPr lang="en-US"/>
              <a:t>Click to edit Master title style</a:t>
            </a:r>
          </a:p>
        </p:txBody>
      </p:sp>
      <p:grpSp>
        <p:nvGrpSpPr>
          <p:cNvPr id="9" name="Group 8">
            <a:extLst>
              <a:ext uri="{FF2B5EF4-FFF2-40B4-BE49-F238E27FC236}">
                <a16:creationId xmlns:a16="http://schemas.microsoft.com/office/drawing/2014/main" id="{1F2DDD0E-CFBF-2A1A-85C6-78DB4254DEE7}"/>
              </a:ext>
            </a:extLst>
          </p:cNvPr>
          <p:cNvGrpSpPr/>
          <p:nvPr userDrawn="1"/>
        </p:nvGrpSpPr>
        <p:grpSpPr>
          <a:xfrm>
            <a:off x="11558587" y="3429000"/>
            <a:ext cx="504825" cy="3240562"/>
            <a:chOff x="11558587" y="3429000"/>
            <a:chExt cx="504825" cy="3240562"/>
          </a:xfrm>
          <a:noFill/>
        </p:grpSpPr>
        <p:pic>
          <p:nvPicPr>
            <p:cNvPr id="10" name="Graphic 9">
              <a:extLst>
                <a:ext uri="{FF2B5EF4-FFF2-40B4-BE49-F238E27FC236}">
                  <a16:creationId xmlns:a16="http://schemas.microsoft.com/office/drawing/2014/main" id="{AAFB9CBA-BCE5-2DA2-8162-FF8B4C772C4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558587" y="6117112"/>
              <a:ext cx="504825" cy="552450"/>
            </a:xfrm>
            <a:prstGeom prst="rect">
              <a:avLst/>
            </a:prstGeom>
          </p:spPr>
        </p:pic>
        <p:sp>
          <p:nvSpPr>
            <p:cNvPr id="11" name="TextBox 10">
              <a:extLst>
                <a:ext uri="{FF2B5EF4-FFF2-40B4-BE49-F238E27FC236}">
                  <a16:creationId xmlns:a16="http://schemas.microsoft.com/office/drawing/2014/main" id="{BF41815C-EFFB-B78F-B4DC-657BFCA333B3}"/>
                </a:ext>
              </a:extLst>
            </p:cNvPr>
            <p:cNvSpPr txBox="1"/>
            <p:nvPr userDrawn="1"/>
          </p:nvSpPr>
          <p:spPr>
            <a:xfrm rot="16200000">
              <a:off x="10561658" y="4524452"/>
              <a:ext cx="2498681" cy="307777"/>
            </a:xfrm>
            <a:prstGeom prst="rect">
              <a:avLst/>
            </a:prstGeom>
            <a:grpFill/>
          </p:spPr>
          <p:txBody>
            <a:bodyPr wrap="square" rtlCol="0">
              <a:spAutoFit/>
            </a:bodyPr>
            <a:lstStyle/>
            <a:p>
              <a:r>
                <a:rPr lang="en-US" sz="1400">
                  <a:solidFill>
                    <a:schemeClr val="bg1"/>
                  </a:solidFill>
                  <a:latin typeface="Poppins" panose="00000500000000000000" pitchFamily="2" charset="0"/>
                  <a:cs typeface="Poppins" panose="00000500000000000000" pitchFamily="2" charset="0"/>
                </a:rPr>
                <a:t>www.flairstech.com</a:t>
              </a:r>
            </a:p>
          </p:txBody>
        </p:sp>
      </p:grpSp>
      <p:cxnSp>
        <p:nvCxnSpPr>
          <p:cNvPr id="12" name="Straight Connector 11">
            <a:extLst>
              <a:ext uri="{FF2B5EF4-FFF2-40B4-BE49-F238E27FC236}">
                <a16:creationId xmlns:a16="http://schemas.microsoft.com/office/drawing/2014/main" id="{2A703ED1-E747-0ED8-C498-4334DDA8AF2B}"/>
              </a:ext>
            </a:extLst>
          </p:cNvPr>
          <p:cNvCxnSpPr/>
          <p:nvPr userDrawn="1"/>
        </p:nvCxnSpPr>
        <p:spPr>
          <a:xfrm flipV="1">
            <a:off x="11937957" y="0"/>
            <a:ext cx="0" cy="59276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3" name="Graphic 12">
            <a:extLst>
              <a:ext uri="{FF2B5EF4-FFF2-40B4-BE49-F238E27FC236}">
                <a16:creationId xmlns:a16="http://schemas.microsoft.com/office/drawing/2014/main" id="{02FAD78F-C794-A499-B33E-7568613E73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0350" y="6139150"/>
            <a:ext cx="504825" cy="552450"/>
          </a:xfrm>
          <a:prstGeom prst="rect">
            <a:avLst/>
          </a:prstGeom>
        </p:spPr>
      </p:pic>
    </p:spTree>
    <p:extLst>
      <p:ext uri="{BB962C8B-B14F-4D97-AF65-F5344CB8AC3E}">
        <p14:creationId xmlns:p14="http://schemas.microsoft.com/office/powerpoint/2010/main" val="2070539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F324C-8ACB-22A5-D15F-C75A98C4E464}"/>
              </a:ext>
            </a:extLst>
          </p:cNvPr>
          <p:cNvSpPr>
            <a:spLocks noGrp="1"/>
          </p:cNvSpPr>
          <p:nvPr>
            <p:ph type="title"/>
          </p:nvPr>
        </p:nvSpPr>
        <p:spPr>
          <a:xfrm>
            <a:off x="838200" y="365125"/>
            <a:ext cx="5722856" cy="1325563"/>
          </a:xfrm>
        </p:spPr>
        <p:txBody>
          <a:bodyPr/>
          <a:lstStyle/>
          <a:p>
            <a:r>
              <a:rPr lang="en-US"/>
              <a:t>Click to edit Master title style</a:t>
            </a:r>
          </a:p>
        </p:txBody>
      </p:sp>
      <p:pic>
        <p:nvPicPr>
          <p:cNvPr id="3" name="Graphic 2">
            <a:extLst>
              <a:ext uri="{FF2B5EF4-FFF2-40B4-BE49-F238E27FC236}">
                <a16:creationId xmlns:a16="http://schemas.microsoft.com/office/drawing/2014/main" id="{6A489582-B189-A9E8-8FDE-23D44899C8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931405" y="433633"/>
            <a:ext cx="5553585" cy="5611908"/>
          </a:xfrm>
          <a:prstGeom prst="rect">
            <a:avLst/>
          </a:prstGeom>
        </p:spPr>
      </p:pic>
      <p:sp>
        <p:nvSpPr>
          <p:cNvPr id="4" name="Picture Placeholder 70">
            <a:extLst>
              <a:ext uri="{FF2B5EF4-FFF2-40B4-BE49-F238E27FC236}">
                <a16:creationId xmlns:a16="http://schemas.microsoft.com/office/drawing/2014/main" id="{A29F5D11-F0EB-D315-ACF8-3E612C13B1BC}"/>
              </a:ext>
            </a:extLst>
          </p:cNvPr>
          <p:cNvSpPr>
            <a:spLocks noGrp="1"/>
          </p:cNvSpPr>
          <p:nvPr>
            <p:ph type="pic" sz="quarter" idx="10"/>
          </p:nvPr>
        </p:nvSpPr>
        <p:spPr>
          <a:xfrm>
            <a:off x="5701110" y="1939139"/>
            <a:ext cx="4504697" cy="4553736"/>
          </a:xfrm>
          <a:custGeom>
            <a:avLst/>
            <a:gdLst>
              <a:gd name="connsiteX0" fmla="*/ 2659033 w 3998174"/>
              <a:gd name="connsiteY0" fmla="*/ 0 h 4041699"/>
              <a:gd name="connsiteX1" fmla="*/ 3998174 w 3998174"/>
              <a:gd name="connsiteY1" fmla="*/ 0 h 4041699"/>
              <a:gd name="connsiteX2" fmla="*/ 3998174 w 3998174"/>
              <a:gd name="connsiteY2" fmla="*/ 4041699 h 4041699"/>
              <a:gd name="connsiteX3" fmla="*/ 1090763 w 3998174"/>
              <a:gd name="connsiteY3" fmla="*/ 4041699 h 4041699"/>
              <a:gd name="connsiteX4" fmla="*/ 1085848 w 3998174"/>
              <a:gd name="connsiteY4" fmla="*/ 3822541 h 4041699"/>
              <a:gd name="connsiteX5" fmla="*/ 238552 w 3998174"/>
              <a:gd name="connsiteY5" fmla="*/ 1328646 h 4041699"/>
              <a:gd name="connsiteX6" fmla="*/ 0 w 3998174"/>
              <a:gd name="connsiteY6" fmla="*/ 998002 h 4041699"/>
              <a:gd name="connsiteX7" fmla="*/ 0 w 3998174"/>
              <a:gd name="connsiteY7" fmla="*/ 997999 h 4041699"/>
              <a:gd name="connsiteX8" fmla="*/ 276566 w 3998174"/>
              <a:gd name="connsiteY8" fmla="*/ 776711 h 4041699"/>
              <a:gd name="connsiteX9" fmla="*/ 2659033 w 3998174"/>
              <a:gd name="connsiteY9" fmla="*/ 0 h 4041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8174" h="4041699">
                <a:moveTo>
                  <a:pt x="2659033" y="0"/>
                </a:moveTo>
                <a:lnTo>
                  <a:pt x="3998174" y="0"/>
                </a:lnTo>
                <a:lnTo>
                  <a:pt x="3998174" y="4041699"/>
                </a:lnTo>
                <a:lnTo>
                  <a:pt x="1090763" y="4041699"/>
                </a:lnTo>
                <a:lnTo>
                  <a:pt x="1085848" y="3822541"/>
                </a:lnTo>
                <a:cubicBezTo>
                  <a:pt x="1043441" y="2881956"/>
                  <a:pt x="729072" y="2059070"/>
                  <a:pt x="238552" y="1328646"/>
                </a:cubicBezTo>
                <a:lnTo>
                  <a:pt x="0" y="998002"/>
                </a:lnTo>
                <a:lnTo>
                  <a:pt x="0" y="997999"/>
                </a:lnTo>
                <a:lnTo>
                  <a:pt x="276566" y="776711"/>
                </a:lnTo>
                <a:cubicBezTo>
                  <a:pt x="944682" y="288344"/>
                  <a:pt x="1768167" y="0"/>
                  <a:pt x="2659033"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3628507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35F0B9-D817-FD68-8C37-CB9F7EF8B3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675" y="-284409"/>
            <a:ext cx="12693303" cy="7142409"/>
          </a:xfrm>
          <a:prstGeom prst="rect">
            <a:avLst/>
          </a:prstGeom>
        </p:spPr>
      </p:pic>
      <p:sp>
        <p:nvSpPr>
          <p:cNvPr id="3" name="Title 1">
            <a:extLst>
              <a:ext uri="{FF2B5EF4-FFF2-40B4-BE49-F238E27FC236}">
                <a16:creationId xmlns:a16="http://schemas.microsoft.com/office/drawing/2014/main" id="{2AACF39A-EA1F-2542-9FB4-61FC33E2529E}"/>
              </a:ext>
            </a:extLst>
          </p:cNvPr>
          <p:cNvSpPr>
            <a:spLocks noGrp="1"/>
          </p:cNvSpPr>
          <p:nvPr>
            <p:ph type="title"/>
          </p:nvPr>
        </p:nvSpPr>
        <p:spPr>
          <a:xfrm>
            <a:off x="839788" y="365125"/>
            <a:ext cx="10515600" cy="1325563"/>
          </a:xfrm>
        </p:spPr>
        <p:txBody>
          <a:bodyPr/>
          <a:lstStyle>
            <a:lvl1pPr>
              <a:defRPr>
                <a:solidFill>
                  <a:srgbClr val="0366FF"/>
                </a:solidFill>
              </a:defRPr>
            </a:lvl1pPr>
          </a:lstStyle>
          <a:p>
            <a:r>
              <a:rPr lang="en-US"/>
              <a:t>Click to edit Master title style</a:t>
            </a:r>
          </a:p>
        </p:txBody>
      </p:sp>
      <p:pic>
        <p:nvPicPr>
          <p:cNvPr id="4" name="Graphic 3">
            <a:extLst>
              <a:ext uri="{FF2B5EF4-FFF2-40B4-BE49-F238E27FC236}">
                <a16:creationId xmlns:a16="http://schemas.microsoft.com/office/drawing/2014/main" id="{A90BFAD0-FB8C-C9FA-E7BD-585D364E45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6901429" y="1690688"/>
            <a:ext cx="4555281" cy="4127920"/>
          </a:xfrm>
          <a:prstGeom prst="rect">
            <a:avLst/>
          </a:prstGeom>
        </p:spPr>
      </p:pic>
    </p:spTree>
    <p:extLst>
      <p:ext uri="{BB962C8B-B14F-4D97-AF65-F5344CB8AC3E}">
        <p14:creationId xmlns:p14="http://schemas.microsoft.com/office/powerpoint/2010/main" val="13412190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594AE8-B731-53ED-A268-E6F75EF93726}"/>
              </a:ext>
            </a:extLst>
          </p:cNvPr>
          <p:cNvSpPr/>
          <p:nvPr userDrawn="1"/>
        </p:nvSpPr>
        <p:spPr>
          <a:xfrm>
            <a:off x="-65975" y="3302000"/>
            <a:ext cx="11597633" cy="355599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058C8F2-88E3-DEF6-7A2E-4B38B6FDEAF6}"/>
              </a:ext>
            </a:extLst>
          </p:cNvPr>
          <p:cNvSpPr>
            <a:spLocks noGrp="1"/>
          </p:cNvSpPr>
          <p:nvPr>
            <p:ph type="title"/>
          </p:nvPr>
        </p:nvSpPr>
        <p:spPr>
          <a:xfrm>
            <a:off x="831850" y="441491"/>
            <a:ext cx="5795193" cy="2852737"/>
          </a:xfrm>
        </p:spPr>
        <p:txBody>
          <a:bodyPr anchor="b"/>
          <a:lstStyle>
            <a:lvl1pPr>
              <a:defRPr sz="6000">
                <a:solidFill>
                  <a:schemeClr val="tx1"/>
                </a:solidFill>
              </a:defRPr>
            </a:lvl1pPr>
          </a:lstStyle>
          <a:p>
            <a:r>
              <a:rPr lang="en-US"/>
              <a:t>Click to edit Master title style</a:t>
            </a:r>
          </a:p>
        </p:txBody>
      </p:sp>
      <p:sp>
        <p:nvSpPr>
          <p:cNvPr id="4" name="Text Placeholder 2">
            <a:extLst>
              <a:ext uri="{FF2B5EF4-FFF2-40B4-BE49-F238E27FC236}">
                <a16:creationId xmlns:a16="http://schemas.microsoft.com/office/drawing/2014/main" id="{1E7C1990-4C55-516B-A96A-DD2011C6EFEE}"/>
              </a:ext>
            </a:extLst>
          </p:cNvPr>
          <p:cNvSpPr>
            <a:spLocks noGrp="1"/>
          </p:cNvSpPr>
          <p:nvPr>
            <p:ph type="body" idx="1"/>
          </p:nvPr>
        </p:nvSpPr>
        <p:spPr>
          <a:xfrm>
            <a:off x="831850" y="4589463"/>
            <a:ext cx="3985247" cy="1500187"/>
          </a:xfrm>
        </p:spPr>
        <p:txBody>
          <a:bodyPr/>
          <a:lstStyle>
            <a:lvl1pPr marL="0" indent="0">
              <a:buNone/>
              <a:defRPr sz="2400">
                <a:solidFill>
                  <a:srgbClr val="B9B9FC"/>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reeform: Shape 4">
            <a:extLst>
              <a:ext uri="{FF2B5EF4-FFF2-40B4-BE49-F238E27FC236}">
                <a16:creationId xmlns:a16="http://schemas.microsoft.com/office/drawing/2014/main" id="{55153C4C-5329-992D-9290-5CA19D6C7FF1}"/>
              </a:ext>
            </a:extLst>
          </p:cNvPr>
          <p:cNvSpPr/>
          <p:nvPr userDrawn="1"/>
        </p:nvSpPr>
        <p:spPr>
          <a:xfrm>
            <a:off x="8050998" y="441491"/>
            <a:ext cx="3185827" cy="2883031"/>
          </a:xfrm>
          <a:custGeom>
            <a:avLst/>
            <a:gdLst>
              <a:gd name="connsiteX0" fmla="*/ 641426 w 3185827"/>
              <a:gd name="connsiteY0" fmla="*/ 0 h 2883031"/>
              <a:gd name="connsiteX1" fmla="*/ 0 w 3185827"/>
              <a:gd name="connsiteY1" fmla="*/ 0 h 2883031"/>
              <a:gd name="connsiteX2" fmla="*/ 0 w 3185827"/>
              <a:gd name="connsiteY2" fmla="*/ 2883032 h 2883031"/>
              <a:gd name="connsiteX3" fmla="*/ 3185827 w 3185827"/>
              <a:gd name="connsiteY3" fmla="*/ 2883032 h 2883031"/>
              <a:gd name="connsiteX4" fmla="*/ 3185827 w 3185827"/>
              <a:gd name="connsiteY4" fmla="*/ 2544203 h 2883031"/>
              <a:gd name="connsiteX5" fmla="*/ 641426 w 3185827"/>
              <a:gd name="connsiteY5" fmla="*/ 0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641426" y="0"/>
                </a:moveTo>
                <a:lnTo>
                  <a:pt x="0" y="0"/>
                </a:lnTo>
                <a:cubicBezTo>
                  <a:pt x="0" y="0"/>
                  <a:pt x="0" y="2883032"/>
                  <a:pt x="0" y="2883032"/>
                </a:cubicBezTo>
                <a:lnTo>
                  <a:pt x="3185827" y="2883032"/>
                </a:lnTo>
                <a:cubicBezTo>
                  <a:pt x="3185827" y="2883032"/>
                  <a:pt x="3185827" y="2544203"/>
                  <a:pt x="3185827" y="2544203"/>
                </a:cubicBezTo>
                <a:cubicBezTo>
                  <a:pt x="3185827" y="1144891"/>
                  <a:pt x="2040737" y="0"/>
                  <a:pt x="641426" y="0"/>
                </a:cubicBezTo>
                <a:close/>
              </a:path>
            </a:pathLst>
          </a:custGeom>
          <a:solidFill>
            <a:schemeClr val="accent3">
              <a:alpha val="30000"/>
            </a:schemeClr>
          </a:solidFill>
          <a:ln w="0"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0AD1AF69-696E-89D8-3289-AAF624999AE7}"/>
              </a:ext>
            </a:extLst>
          </p:cNvPr>
          <p:cNvSpPr/>
          <p:nvPr userDrawn="1"/>
        </p:nvSpPr>
        <p:spPr>
          <a:xfrm>
            <a:off x="8050798" y="3324522"/>
            <a:ext cx="3185827" cy="2883031"/>
          </a:xfrm>
          <a:custGeom>
            <a:avLst/>
            <a:gdLst>
              <a:gd name="connsiteX0" fmla="*/ 2544402 w 3185827"/>
              <a:gd name="connsiteY0" fmla="*/ 2883032 h 2883031"/>
              <a:gd name="connsiteX1" fmla="*/ 3185827 w 3185827"/>
              <a:gd name="connsiteY1" fmla="*/ 2883032 h 2883031"/>
              <a:gd name="connsiteX2" fmla="*/ 3185827 w 3185827"/>
              <a:gd name="connsiteY2" fmla="*/ 0 h 2883031"/>
              <a:gd name="connsiteX3" fmla="*/ 0 w 3185827"/>
              <a:gd name="connsiteY3" fmla="*/ 0 h 2883031"/>
              <a:gd name="connsiteX4" fmla="*/ 0 w 3185827"/>
              <a:gd name="connsiteY4" fmla="*/ 338829 h 2883031"/>
              <a:gd name="connsiteX5" fmla="*/ 2544203 w 3185827"/>
              <a:gd name="connsiteY5" fmla="*/ 2883032 h 28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5827" h="2883031">
                <a:moveTo>
                  <a:pt x="2544402" y="2883032"/>
                </a:moveTo>
                <a:lnTo>
                  <a:pt x="3185827" y="2883032"/>
                </a:lnTo>
                <a:lnTo>
                  <a:pt x="3185827" y="0"/>
                </a:lnTo>
                <a:cubicBezTo>
                  <a:pt x="3185827" y="0"/>
                  <a:pt x="0" y="0"/>
                  <a:pt x="0" y="0"/>
                </a:cubicBezTo>
                <a:lnTo>
                  <a:pt x="0" y="338829"/>
                </a:lnTo>
                <a:cubicBezTo>
                  <a:pt x="0" y="1738140"/>
                  <a:pt x="1144891" y="2883032"/>
                  <a:pt x="2544203" y="2883032"/>
                </a:cubicBezTo>
                <a:close/>
              </a:path>
            </a:pathLst>
          </a:custGeom>
          <a:solidFill>
            <a:srgbClr val="0366FF">
              <a:alpha val="30000"/>
            </a:srgbClr>
          </a:solidFill>
          <a:ln w="0" cap="flat">
            <a:noFill/>
            <a:prstDash val="solid"/>
            <a:miter/>
          </a:ln>
        </p:spPr>
        <p:txBody>
          <a:bodyPr rtlCol="0" anchor="ctr"/>
          <a:lstStyle/>
          <a:p>
            <a:endParaRPr lang="en-US"/>
          </a:p>
        </p:txBody>
      </p:sp>
      <p:sp>
        <p:nvSpPr>
          <p:cNvPr id="7" name="Picture Placeholder 12">
            <a:extLst>
              <a:ext uri="{FF2B5EF4-FFF2-40B4-BE49-F238E27FC236}">
                <a16:creationId xmlns:a16="http://schemas.microsoft.com/office/drawing/2014/main" id="{AB21F52B-5140-C1ED-D7EE-AA12A5A45432}"/>
              </a:ext>
            </a:extLst>
          </p:cNvPr>
          <p:cNvSpPr>
            <a:spLocks noGrp="1"/>
          </p:cNvSpPr>
          <p:nvPr>
            <p:ph type="pic" sz="quarter" idx="12"/>
          </p:nvPr>
        </p:nvSpPr>
        <p:spPr>
          <a:xfrm>
            <a:off x="8276617" y="449264"/>
            <a:ext cx="3168653" cy="5765457"/>
          </a:xfrm>
          <a:custGeom>
            <a:avLst/>
            <a:gdLst>
              <a:gd name="connsiteX0" fmla="*/ 200 w 3168653"/>
              <a:gd name="connsiteY0" fmla="*/ 0 h 5765457"/>
              <a:gd name="connsiteX1" fmla="*/ 653525 w 3168653"/>
              <a:gd name="connsiteY1" fmla="*/ 0 h 5765457"/>
              <a:gd name="connsiteX2" fmla="*/ 900800 w 3168653"/>
              <a:gd name="connsiteY2" fmla="*/ 12593 h 5765457"/>
              <a:gd name="connsiteX3" fmla="*/ 3134091 w 3168653"/>
              <a:gd name="connsiteY3" fmla="*/ 2032520 h 5765457"/>
              <a:gd name="connsiteX4" fmla="*/ 3168653 w 3168653"/>
              <a:gd name="connsiteY4" fmla="*/ 2257290 h 5765457"/>
              <a:gd name="connsiteX5" fmla="*/ 3168653 w 3168653"/>
              <a:gd name="connsiteY5" fmla="*/ 5765457 h 5765457"/>
              <a:gd name="connsiteX6" fmla="*/ 2544402 w 3168653"/>
              <a:gd name="connsiteY6" fmla="*/ 5765457 h 5765457"/>
              <a:gd name="connsiteX7" fmla="*/ 2544203 w 3168653"/>
              <a:gd name="connsiteY7" fmla="*/ 5765457 h 5765457"/>
              <a:gd name="connsiteX8" fmla="*/ 0 w 3168653"/>
              <a:gd name="connsiteY8" fmla="*/ 3221254 h 5765457"/>
              <a:gd name="connsiteX9" fmla="*/ 0 w 3168653"/>
              <a:gd name="connsiteY9" fmla="*/ 2882425 h 5765457"/>
              <a:gd name="connsiteX10" fmla="*/ 200 w 3168653"/>
              <a:gd name="connsiteY10" fmla="*/ 2882425 h 5765457"/>
              <a:gd name="connsiteX11" fmla="*/ 200 w 3168653"/>
              <a:gd name="connsiteY11" fmla="*/ 2874156 h 5765457"/>
              <a:gd name="connsiteX12" fmla="*/ 200 w 3168653"/>
              <a:gd name="connsiteY12" fmla="*/ 7161 h 576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653" h="5765457">
                <a:moveTo>
                  <a:pt x="200" y="0"/>
                </a:moveTo>
                <a:lnTo>
                  <a:pt x="653525" y="0"/>
                </a:lnTo>
                <a:lnTo>
                  <a:pt x="900800" y="12593"/>
                </a:lnTo>
                <a:cubicBezTo>
                  <a:pt x="2009094" y="126045"/>
                  <a:pt x="2912804" y="958563"/>
                  <a:pt x="3134091" y="2032520"/>
                </a:cubicBezTo>
                <a:lnTo>
                  <a:pt x="3168653" y="2257290"/>
                </a:lnTo>
                <a:lnTo>
                  <a:pt x="3168653" y="5765457"/>
                </a:lnTo>
                <a:lnTo>
                  <a:pt x="2544402" y="5765457"/>
                </a:lnTo>
                <a:lnTo>
                  <a:pt x="2544203" y="5765457"/>
                </a:lnTo>
                <a:cubicBezTo>
                  <a:pt x="1144891" y="5765457"/>
                  <a:pt x="0" y="4620565"/>
                  <a:pt x="0" y="3221254"/>
                </a:cubicBezTo>
                <a:lnTo>
                  <a:pt x="0" y="2882425"/>
                </a:lnTo>
                <a:lnTo>
                  <a:pt x="200" y="2882425"/>
                </a:lnTo>
                <a:lnTo>
                  <a:pt x="200" y="2874156"/>
                </a:lnTo>
                <a:cubicBezTo>
                  <a:pt x="200" y="2710337"/>
                  <a:pt x="200" y="166021"/>
                  <a:pt x="200" y="7161"/>
                </a:cubicBezTo>
                <a:close/>
              </a:path>
            </a:pathLst>
          </a:custGeom>
        </p:spPr>
        <p:txBody>
          <a:bodyPr wrap="square">
            <a:noAutofit/>
          </a:bodyPr>
          <a:lstStyle/>
          <a:p>
            <a:endParaRPr lang="en-US"/>
          </a:p>
        </p:txBody>
      </p:sp>
      <p:pic>
        <p:nvPicPr>
          <p:cNvPr id="8" name="Graphic 7">
            <a:extLst>
              <a:ext uri="{FF2B5EF4-FFF2-40B4-BE49-F238E27FC236}">
                <a16:creationId xmlns:a16="http://schemas.microsoft.com/office/drawing/2014/main" id="{EC0DA9DE-AC7F-9695-F16F-960DAB5C37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58587" y="6117112"/>
            <a:ext cx="504825" cy="552450"/>
          </a:xfrm>
          <a:prstGeom prst="rect">
            <a:avLst/>
          </a:prstGeom>
        </p:spPr>
      </p:pic>
      <p:pic>
        <p:nvPicPr>
          <p:cNvPr id="9" name="Graphic 8">
            <a:extLst>
              <a:ext uri="{FF2B5EF4-FFF2-40B4-BE49-F238E27FC236}">
                <a16:creationId xmlns:a16="http://schemas.microsoft.com/office/drawing/2014/main" id="{6118C415-1AD3-68CD-3D0E-F7A3C44311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558587" y="6117112"/>
            <a:ext cx="504825" cy="552450"/>
          </a:xfrm>
          <a:prstGeom prst="rect">
            <a:avLst/>
          </a:prstGeom>
        </p:spPr>
      </p:pic>
    </p:spTree>
    <p:extLst>
      <p:ext uri="{BB962C8B-B14F-4D97-AF65-F5344CB8AC3E}">
        <p14:creationId xmlns:p14="http://schemas.microsoft.com/office/powerpoint/2010/main" val="3924134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6F9D-963A-1B9D-98D0-5F6BF0E0C4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2828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Blank">
    <p:spTree>
      <p:nvGrpSpPr>
        <p:cNvPr id="1" name=""/>
        <p:cNvGrpSpPr/>
        <p:nvPr/>
      </p:nvGrpSpPr>
      <p:grpSpPr>
        <a:xfrm>
          <a:off x="0" y="0"/>
          <a:ext cx="0" cy="0"/>
          <a:chOff x="0" y="0"/>
          <a:chExt cx="0" cy="0"/>
        </a:xfrm>
      </p:grpSpPr>
      <p:sp>
        <p:nvSpPr>
          <p:cNvPr id="2" name="Picture Placeholder 15">
            <a:extLst>
              <a:ext uri="{FF2B5EF4-FFF2-40B4-BE49-F238E27FC236}">
                <a16:creationId xmlns:a16="http://schemas.microsoft.com/office/drawing/2014/main" id="{290CCC2A-40EB-0D82-E905-FF557D7F8EEC}"/>
              </a:ext>
            </a:extLst>
          </p:cNvPr>
          <p:cNvSpPr>
            <a:spLocks noGrp="1"/>
          </p:cNvSpPr>
          <p:nvPr>
            <p:ph type="pic" sz="quarter" idx="12"/>
          </p:nvPr>
        </p:nvSpPr>
        <p:spPr>
          <a:xfrm>
            <a:off x="1029282" y="4396192"/>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
        <p:nvSpPr>
          <p:cNvPr id="3" name="Picture Placeholder 12">
            <a:extLst>
              <a:ext uri="{FF2B5EF4-FFF2-40B4-BE49-F238E27FC236}">
                <a16:creationId xmlns:a16="http://schemas.microsoft.com/office/drawing/2014/main" id="{C31E0CB6-4089-9068-93DB-8071DA5E099D}"/>
              </a:ext>
            </a:extLst>
          </p:cNvPr>
          <p:cNvSpPr>
            <a:spLocks noGrp="1"/>
          </p:cNvSpPr>
          <p:nvPr>
            <p:ph type="pic" sz="quarter" idx="11"/>
          </p:nvPr>
        </p:nvSpPr>
        <p:spPr>
          <a:xfrm>
            <a:off x="1029282" y="2340703"/>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
        <p:nvSpPr>
          <p:cNvPr id="4" name="Picture Placeholder 9">
            <a:extLst>
              <a:ext uri="{FF2B5EF4-FFF2-40B4-BE49-F238E27FC236}">
                <a16:creationId xmlns:a16="http://schemas.microsoft.com/office/drawing/2014/main" id="{0ADACF33-9F9F-E677-EE4F-2D9B8F4B7303}"/>
              </a:ext>
            </a:extLst>
          </p:cNvPr>
          <p:cNvSpPr>
            <a:spLocks noGrp="1"/>
          </p:cNvSpPr>
          <p:nvPr>
            <p:ph type="pic" sz="quarter" idx="10"/>
          </p:nvPr>
        </p:nvSpPr>
        <p:spPr>
          <a:xfrm>
            <a:off x="1029282" y="369206"/>
            <a:ext cx="2989451" cy="1741229"/>
          </a:xfrm>
          <a:custGeom>
            <a:avLst/>
            <a:gdLst>
              <a:gd name="connsiteX0" fmla="*/ 0 w 3443649"/>
              <a:gd name="connsiteY0" fmla="*/ 0 h 2005780"/>
              <a:gd name="connsiteX1" fmla="*/ 3443649 w 3443649"/>
              <a:gd name="connsiteY1" fmla="*/ 0 h 2005780"/>
              <a:gd name="connsiteX2" fmla="*/ 3443649 w 3443649"/>
              <a:gd name="connsiteY2" fmla="*/ 2005780 h 2005780"/>
              <a:gd name="connsiteX3" fmla="*/ 0 w 3443649"/>
              <a:gd name="connsiteY3" fmla="*/ 2005780 h 2005780"/>
            </a:gdLst>
            <a:ahLst/>
            <a:cxnLst>
              <a:cxn ang="0">
                <a:pos x="connsiteX0" y="connsiteY0"/>
              </a:cxn>
              <a:cxn ang="0">
                <a:pos x="connsiteX1" y="connsiteY1"/>
              </a:cxn>
              <a:cxn ang="0">
                <a:pos x="connsiteX2" y="connsiteY2"/>
              </a:cxn>
              <a:cxn ang="0">
                <a:pos x="connsiteX3" y="connsiteY3"/>
              </a:cxn>
            </a:cxnLst>
            <a:rect l="l" t="t" r="r" b="b"/>
            <a:pathLst>
              <a:path w="3443649" h="2005780">
                <a:moveTo>
                  <a:pt x="0" y="0"/>
                </a:moveTo>
                <a:lnTo>
                  <a:pt x="3443649" y="0"/>
                </a:lnTo>
                <a:lnTo>
                  <a:pt x="3443649" y="2005780"/>
                </a:lnTo>
                <a:lnTo>
                  <a:pt x="0" y="2005780"/>
                </a:lnTo>
                <a:close/>
              </a:path>
            </a:pathLst>
          </a:custGeom>
        </p:spPr>
        <p:txBody>
          <a:bodyPr wrap="square">
            <a:noAutofit/>
          </a:bodyPr>
          <a:lstStyle/>
          <a:p>
            <a:endParaRPr lang="en-US"/>
          </a:p>
        </p:txBody>
      </p:sp>
    </p:spTree>
    <p:extLst>
      <p:ext uri="{BB962C8B-B14F-4D97-AF65-F5344CB8AC3E}">
        <p14:creationId xmlns:p14="http://schemas.microsoft.com/office/powerpoint/2010/main" val="857938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Blank">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DBE7676-D194-3757-6C4A-4A8F2EACE50D}"/>
              </a:ext>
            </a:extLst>
          </p:cNvPr>
          <p:cNvSpPr>
            <a:spLocks noGrp="1"/>
          </p:cNvSpPr>
          <p:nvPr>
            <p:ph type="pic" sz="quarter" idx="12"/>
          </p:nvPr>
        </p:nvSpPr>
        <p:spPr>
          <a:xfrm>
            <a:off x="7946570" y="1486885"/>
            <a:ext cx="2344103" cy="1986486"/>
          </a:xfrm>
          <a:prstGeom prst="rect">
            <a:avLst/>
          </a:prstGeom>
        </p:spPr>
        <p:txBody>
          <a:bodyPr/>
          <a:lstStyle/>
          <a:p>
            <a:endParaRPr lang="en-US"/>
          </a:p>
        </p:txBody>
      </p:sp>
      <p:sp>
        <p:nvSpPr>
          <p:cNvPr id="3" name="Picture Placeholder 4">
            <a:extLst>
              <a:ext uri="{FF2B5EF4-FFF2-40B4-BE49-F238E27FC236}">
                <a16:creationId xmlns:a16="http://schemas.microsoft.com/office/drawing/2014/main" id="{8DCF1B89-2998-7866-72D7-94D884175630}"/>
              </a:ext>
            </a:extLst>
          </p:cNvPr>
          <p:cNvSpPr>
            <a:spLocks noGrp="1"/>
          </p:cNvSpPr>
          <p:nvPr>
            <p:ph type="pic" sz="quarter" idx="13"/>
          </p:nvPr>
        </p:nvSpPr>
        <p:spPr>
          <a:xfrm>
            <a:off x="7946570" y="3931313"/>
            <a:ext cx="2344103" cy="1986486"/>
          </a:xfrm>
          <a:prstGeom prst="rect">
            <a:avLst/>
          </a:prstGeom>
        </p:spPr>
        <p:txBody>
          <a:bodyPr/>
          <a:lstStyle/>
          <a:p>
            <a:endParaRPr lang="en-US"/>
          </a:p>
        </p:txBody>
      </p:sp>
      <p:sp>
        <p:nvSpPr>
          <p:cNvPr id="4" name="Picture Placeholder 4">
            <a:extLst>
              <a:ext uri="{FF2B5EF4-FFF2-40B4-BE49-F238E27FC236}">
                <a16:creationId xmlns:a16="http://schemas.microsoft.com/office/drawing/2014/main" id="{6CFC4595-2E31-2239-8DF7-1CF97AB370A3}"/>
              </a:ext>
            </a:extLst>
          </p:cNvPr>
          <p:cNvSpPr>
            <a:spLocks noGrp="1"/>
          </p:cNvSpPr>
          <p:nvPr>
            <p:ph type="pic" sz="quarter" idx="10"/>
          </p:nvPr>
        </p:nvSpPr>
        <p:spPr>
          <a:xfrm>
            <a:off x="1901326" y="1479028"/>
            <a:ext cx="2344103" cy="1986486"/>
          </a:xfrm>
          <a:prstGeom prst="rect">
            <a:avLst/>
          </a:prstGeom>
        </p:spPr>
        <p:txBody>
          <a:bodyPr/>
          <a:lstStyle/>
          <a:p>
            <a:endParaRPr lang="en-US"/>
          </a:p>
        </p:txBody>
      </p:sp>
      <p:sp>
        <p:nvSpPr>
          <p:cNvPr id="5" name="Picture Placeholder 4">
            <a:extLst>
              <a:ext uri="{FF2B5EF4-FFF2-40B4-BE49-F238E27FC236}">
                <a16:creationId xmlns:a16="http://schemas.microsoft.com/office/drawing/2014/main" id="{12F21ADA-893B-C0F3-E52C-6E3BD116BB87}"/>
              </a:ext>
            </a:extLst>
          </p:cNvPr>
          <p:cNvSpPr>
            <a:spLocks noGrp="1"/>
          </p:cNvSpPr>
          <p:nvPr>
            <p:ph type="pic" sz="quarter" idx="11"/>
          </p:nvPr>
        </p:nvSpPr>
        <p:spPr>
          <a:xfrm>
            <a:off x="1901326" y="3923456"/>
            <a:ext cx="2344103" cy="1986486"/>
          </a:xfrm>
          <a:prstGeom prst="rect">
            <a:avLst/>
          </a:prstGeom>
        </p:spPr>
        <p:txBody>
          <a:bodyPr/>
          <a:lstStyle/>
          <a:p>
            <a:endParaRPr lang="en-US"/>
          </a:p>
        </p:txBody>
      </p:sp>
    </p:spTree>
    <p:extLst>
      <p:ext uri="{BB962C8B-B14F-4D97-AF65-F5344CB8AC3E}">
        <p14:creationId xmlns:p14="http://schemas.microsoft.com/office/powerpoint/2010/main" val="3141399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Blank">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7653F31-B3AB-430C-AFA3-86D131772CC2}"/>
              </a:ext>
            </a:extLst>
          </p:cNvPr>
          <p:cNvSpPr/>
          <p:nvPr userDrawn="1"/>
        </p:nvSpPr>
        <p:spPr>
          <a:xfrm>
            <a:off x="8494250" y="405676"/>
            <a:ext cx="3200873" cy="4176409"/>
          </a:xfrm>
          <a:prstGeom prst="roundRect">
            <a:avLst/>
          </a:prstGeom>
          <a:solidFill>
            <a:srgbClr val="8C4FF4"/>
          </a:solidFill>
          <a:ln>
            <a:noFill/>
          </a:ln>
          <a:effectLst>
            <a:glow rad="1574800">
              <a:schemeClr val="accent5">
                <a:alpha val="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E995FE-E141-4F64-7920-7D05438C9DEF}"/>
              </a:ext>
            </a:extLst>
          </p:cNvPr>
          <p:cNvSpPr>
            <a:spLocks noGrp="1"/>
          </p:cNvSpPr>
          <p:nvPr>
            <p:ph type="title"/>
          </p:nvPr>
        </p:nvSpPr>
        <p:spPr>
          <a:xfrm>
            <a:off x="836612" y="457200"/>
            <a:ext cx="3932237" cy="1600200"/>
          </a:xfrm>
        </p:spPr>
        <p:txBody>
          <a:bodyPr anchor="b"/>
          <a:lstStyle>
            <a:lvl1pPr>
              <a:defRPr sz="3200">
                <a:solidFill>
                  <a:srgbClr val="0366FF"/>
                </a:solidFill>
              </a:defRPr>
            </a:lvl1pPr>
          </a:lstStyle>
          <a:p>
            <a:r>
              <a:rPr lang="en-US"/>
              <a:t>Click to edit Master title style</a:t>
            </a:r>
          </a:p>
        </p:txBody>
      </p:sp>
      <p:sp>
        <p:nvSpPr>
          <p:cNvPr id="4" name="Picture Placeholder 2">
            <a:extLst>
              <a:ext uri="{FF2B5EF4-FFF2-40B4-BE49-F238E27FC236}">
                <a16:creationId xmlns:a16="http://schemas.microsoft.com/office/drawing/2014/main" id="{FE8EDE16-1BE2-53C6-6F0B-83CC3E613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Text Placeholder 3">
            <a:extLst>
              <a:ext uri="{FF2B5EF4-FFF2-40B4-BE49-F238E27FC236}">
                <a16:creationId xmlns:a16="http://schemas.microsoft.com/office/drawing/2014/main" id="{49B0702C-6CC6-15E3-0EA3-4B19A8E40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extBox 6">
            <a:extLst>
              <a:ext uri="{FF2B5EF4-FFF2-40B4-BE49-F238E27FC236}">
                <a16:creationId xmlns:a16="http://schemas.microsoft.com/office/drawing/2014/main" id="{C69457D0-2662-53E7-1EC3-61C5B43D47D2}"/>
              </a:ext>
            </a:extLst>
          </p:cNvPr>
          <p:cNvSpPr txBox="1"/>
          <p:nvPr userDrawn="1"/>
        </p:nvSpPr>
        <p:spPr>
          <a:xfrm>
            <a:off x="7806670" y="3910333"/>
            <a:ext cx="2869247" cy="1446550"/>
          </a:xfrm>
          <a:prstGeom prst="rect">
            <a:avLst/>
          </a:prstGeom>
          <a:noFill/>
        </p:spPr>
        <p:txBody>
          <a:bodyPr wrap="square">
            <a:spAutoFit/>
          </a:bodyPr>
          <a:lstStyle/>
          <a:p>
            <a:r>
              <a:rPr lang="en-US" sz="4400" i="1">
                <a:solidFill>
                  <a:schemeClr val="accent5"/>
                </a:solidFill>
                <a:latin typeface="+mj-lt"/>
              </a:rPr>
              <a:t>Strategic Planning</a:t>
            </a:r>
            <a:endParaRPr lang="en-US" sz="4400">
              <a:solidFill>
                <a:schemeClr val="accent5"/>
              </a:solidFill>
              <a:latin typeface="+mj-lt"/>
            </a:endParaRPr>
          </a:p>
        </p:txBody>
      </p:sp>
      <p:sp>
        <p:nvSpPr>
          <p:cNvPr id="8" name="Rectangle: Rounded Corners 7">
            <a:extLst>
              <a:ext uri="{FF2B5EF4-FFF2-40B4-BE49-F238E27FC236}">
                <a16:creationId xmlns:a16="http://schemas.microsoft.com/office/drawing/2014/main" id="{190CB651-754A-63A4-06DE-D4A712935DED}"/>
              </a:ext>
            </a:extLst>
          </p:cNvPr>
          <p:cNvSpPr/>
          <p:nvPr userDrawn="1"/>
        </p:nvSpPr>
        <p:spPr>
          <a:xfrm>
            <a:off x="8223198" y="797541"/>
            <a:ext cx="1467957" cy="398817"/>
          </a:xfrm>
          <a:prstGeom prst="roundRect">
            <a:avLst>
              <a:gd name="adj" fmla="val 50000"/>
            </a:avLst>
          </a:prstGeom>
          <a:solidFill>
            <a:schemeClr val="accent5"/>
          </a:solidFill>
          <a:ln>
            <a:noFill/>
          </a:ln>
          <a:effectLst>
            <a:glow rad="1574800">
              <a:schemeClr val="accent5">
                <a:alpha val="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solidFill>
                  <a:schemeClr val="tx1"/>
                </a:solidFill>
                <a:latin typeface="+mj-lt"/>
              </a:rPr>
              <a:t>2025 plan</a:t>
            </a:r>
          </a:p>
        </p:txBody>
      </p:sp>
    </p:spTree>
    <p:extLst>
      <p:ext uri="{BB962C8B-B14F-4D97-AF65-F5344CB8AC3E}">
        <p14:creationId xmlns:p14="http://schemas.microsoft.com/office/powerpoint/2010/main" val="3596971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18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2812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42D9-B45F-7B82-66BA-5F1D68B01D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E24346-FB20-FDDF-119D-352EB36DC4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8785620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EC-1D94-4C77-A8A8-C2C4C3B20D5D}"/>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02540969-8270-FCE7-2A13-B5E47A11700E}"/>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416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63EC-1D94-4C77-A8A8-C2C4C3B20D5D}"/>
              </a:ext>
            </a:extLst>
          </p:cNvPr>
          <p:cNvSpPr>
            <a:spLocks noGrp="1"/>
          </p:cNvSpPr>
          <p:nvPr>
            <p:ph type="title"/>
          </p:nvPr>
        </p:nvSpPr>
        <p:spPr/>
        <p:txBody>
          <a:bodyPr/>
          <a:lstStyle/>
          <a:p>
            <a:r>
              <a:rPr lang="en-US"/>
              <a:t>Click to edit Master title style</a:t>
            </a:r>
          </a:p>
        </p:txBody>
      </p:sp>
      <p:pic>
        <p:nvPicPr>
          <p:cNvPr id="8" name="Graphic 7">
            <a:extLst>
              <a:ext uri="{FF2B5EF4-FFF2-40B4-BE49-F238E27FC236}">
                <a16:creationId xmlns:a16="http://schemas.microsoft.com/office/drawing/2014/main" id="{67B2D10B-B544-8D0A-68C3-1B2B488E65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8042" y="-42042"/>
            <a:ext cx="12368083" cy="6942083"/>
          </a:xfrm>
          <a:prstGeom prst="rect">
            <a:avLst/>
          </a:prstGeom>
        </p:spPr>
      </p:pic>
    </p:spTree>
    <p:extLst>
      <p:ext uri="{BB962C8B-B14F-4D97-AF65-F5344CB8AC3E}">
        <p14:creationId xmlns:p14="http://schemas.microsoft.com/office/powerpoint/2010/main" val="31578886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2889-721D-8916-BE9E-23C1EAC1A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8F7354-5530-3418-27DF-153AF389F3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438272-AA8A-84FA-0F3E-0C2B22C85E60}"/>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CD52F02C-9DD5-133B-3AC7-CE9E232341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F6923-F478-DD29-DBD3-D99F5DE7404B}"/>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8514877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C1E6B-EFFC-575A-8018-B5DB0B15FE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F8FD77-06B5-0FA0-20F4-9BAD852B60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595A3-F755-0DE1-F507-0BB8ED5D285E}"/>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9BD104EE-022A-B040-1888-E110452F7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597DA-F37F-36EB-CD10-3BD92221BC95}"/>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80200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AA7F-7002-B702-8D22-D69C3B8DEF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C9AC37-B6C8-CA19-E354-1AB5DBAAB0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777E27-FB65-6478-1667-F3A7472A976F}"/>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6A5572D3-02E3-2C06-4945-4ACA0D68E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CD5264-87C6-0D17-43E7-3EB9D12DFDD3}"/>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113929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ABE52-A45C-496D-9AD1-1D6D51486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0627E7-0E95-8091-5C25-07C91C2AB2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9F041C-B74D-80F4-CF2D-D13FD08C0C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C5A5CC-2683-0710-BB2A-41D1CCABEC3C}"/>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A10ED98D-9D9B-EB4E-F948-08E22EB5B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9264A4-09F9-F679-8A6A-763B16AF9B16}"/>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41420563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7002-E936-42F7-3C13-350577DD59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287790-CF5D-2071-00E9-56580D768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8A361-2114-8E3B-3E18-AAB6DCCB92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787C69-A8D5-B381-1E8B-00E950CE30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F975A0-E90D-08BF-6B41-A2510E259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F09C78-EB9C-F95B-620F-8C7AB6C5413E}"/>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8" name="Footer Placeholder 7">
            <a:extLst>
              <a:ext uri="{FF2B5EF4-FFF2-40B4-BE49-F238E27FC236}">
                <a16:creationId xmlns:a16="http://schemas.microsoft.com/office/drawing/2014/main" id="{CB0AC7CB-D263-7A57-A93F-71D36E175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7E12B0-1238-5700-FACD-1B858A5B27EA}"/>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3188298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05EE-D538-1419-F786-8E9F86EAA3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167E47-BB84-2EDA-24F0-80F5E5296995}"/>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4" name="Footer Placeholder 3">
            <a:extLst>
              <a:ext uri="{FF2B5EF4-FFF2-40B4-BE49-F238E27FC236}">
                <a16:creationId xmlns:a16="http://schemas.microsoft.com/office/drawing/2014/main" id="{74D5B48C-D1BF-73B5-3EDD-857EA533C9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133E63-E1DA-D263-BB6F-E805AF1301C9}"/>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8823230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DC67F2-3807-FA81-2875-472C2C712B21}"/>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3" name="Footer Placeholder 2">
            <a:extLst>
              <a:ext uri="{FF2B5EF4-FFF2-40B4-BE49-F238E27FC236}">
                <a16:creationId xmlns:a16="http://schemas.microsoft.com/office/drawing/2014/main" id="{07857EB5-3E00-A2E2-D293-BEEA9D7EF2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37B6A3-0811-995C-296B-B5F421376691}"/>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16335336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C69F-F2DF-5AA6-41C6-53ADB7ECE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20417B-3139-B735-C815-299F7A7B7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CFDBF8-D2C9-EE02-229E-F8ED779C69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C7CF0-E409-37CC-C853-AD62E58C0F0A}"/>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80BBAB41-FF17-65A4-43BE-8E0916F382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0B79EA-5E09-4211-84DF-54B09FC40535}"/>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94835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337C-E527-BEAD-C3E5-D2EAF97E14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13AA7-7898-9DE1-FE26-F276B6D4CD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D395A6-2AA1-BC65-B146-62B9C4DA72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1CFDBA-A2F4-9FA8-6260-157104C74097}"/>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6" name="Footer Placeholder 5">
            <a:extLst>
              <a:ext uri="{FF2B5EF4-FFF2-40B4-BE49-F238E27FC236}">
                <a16:creationId xmlns:a16="http://schemas.microsoft.com/office/drawing/2014/main" id="{41930E2F-5C6B-8378-3EB5-56150E0E7A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023A9-F64F-F6C4-6ED0-F9DB9AB9EAE3}"/>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910391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AEAF-8B63-88F3-58D6-B732902764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12C81-ED4B-2E21-EB50-5682369112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F528AB-3FD6-4455-8B17-EF138205B053}"/>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C3167874-31EB-4D12-27FA-CE61B2DA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ABD838-C30D-3E6F-1D9D-039304E9621C}"/>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26908889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C99D32-B49C-F15F-B74F-9C5A27A77B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E05B1B-F54F-F0A2-BB51-7112D02A31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CD0CD1-953E-E31F-CF16-647AA2749525}"/>
              </a:ext>
            </a:extLst>
          </p:cNvPr>
          <p:cNvSpPr>
            <a:spLocks noGrp="1"/>
          </p:cNvSpPr>
          <p:nvPr>
            <p:ph type="dt" sz="half" idx="10"/>
          </p:nvPr>
        </p:nvSpPr>
        <p:spPr/>
        <p:txBody>
          <a:body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7A5269A4-F851-0F8E-B709-E04DCBD7F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9EE52-6A89-226A-D0CD-621718FC0BDA}"/>
              </a:ext>
            </a:extLst>
          </p:cNvPr>
          <p:cNvSpPr>
            <a:spLocks noGrp="1"/>
          </p:cNvSpPr>
          <p:nvPr>
            <p:ph type="sldNum" sz="quarter" idx="12"/>
          </p:nvPr>
        </p:nvSpPr>
        <p:spPr/>
        <p:txBody>
          <a:bodyPr/>
          <a:lstStyle/>
          <a:p>
            <a:fld id="{E93927F9-8D5B-4A5D-A4B0-42D409B67E53}" type="slidenum">
              <a:rPr lang="en-US" smtClean="0"/>
              <a:t>‹#›</a:t>
            </a:fld>
            <a:endParaRPr lang="en-US"/>
          </a:p>
        </p:txBody>
      </p:sp>
    </p:spTree>
    <p:extLst>
      <p:ext uri="{BB962C8B-B14F-4D97-AF65-F5344CB8AC3E}">
        <p14:creationId xmlns:p14="http://schemas.microsoft.com/office/powerpoint/2010/main" val="32159840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theme" Target="../theme/theme2.xml"/><Relationship Id="rId1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E4C751-9539-11ED-365B-EA245C683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C650DF-3132-B144-1B5A-71A6FC10C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8BE16657-AC1A-3CBB-CB6C-34022BF601F4}"/>
              </a:ext>
            </a:extLst>
          </p:cNvPr>
          <p:cNvGrpSpPr/>
          <p:nvPr userDrawn="1"/>
        </p:nvGrpSpPr>
        <p:grpSpPr>
          <a:xfrm>
            <a:off x="11558587" y="3429000"/>
            <a:ext cx="504825" cy="3240562"/>
            <a:chOff x="11558587" y="3429000"/>
            <a:chExt cx="504825" cy="3240562"/>
          </a:xfrm>
        </p:grpSpPr>
        <p:pic>
          <p:nvPicPr>
            <p:cNvPr id="8" name="Graphic 7">
              <a:extLst>
                <a:ext uri="{FF2B5EF4-FFF2-40B4-BE49-F238E27FC236}">
                  <a16:creationId xmlns:a16="http://schemas.microsoft.com/office/drawing/2014/main" id="{A61BCE77-9728-B9DF-A894-E699D5495363}"/>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1558587" y="6117112"/>
              <a:ext cx="504825" cy="552450"/>
            </a:xfrm>
            <a:prstGeom prst="rect">
              <a:avLst/>
            </a:prstGeom>
          </p:spPr>
        </p:pic>
        <p:sp>
          <p:nvSpPr>
            <p:cNvPr id="9" name="TextBox 8">
              <a:extLst>
                <a:ext uri="{FF2B5EF4-FFF2-40B4-BE49-F238E27FC236}">
                  <a16:creationId xmlns:a16="http://schemas.microsoft.com/office/drawing/2014/main" id="{A34F97B2-799D-7BAB-6412-51072C1437DB}"/>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rgbClr val="8C4FF4"/>
                  </a:solidFill>
                  <a:latin typeface="Poppins" panose="00000500000000000000" pitchFamily="2" charset="0"/>
                  <a:cs typeface="Poppins" panose="00000500000000000000" pitchFamily="2" charset="0"/>
                </a:rPr>
                <a:t>www.flairstech.com</a:t>
              </a:r>
            </a:p>
          </p:txBody>
        </p:sp>
      </p:grpSp>
      <p:cxnSp>
        <p:nvCxnSpPr>
          <p:cNvPr id="11" name="Straight Connector 10">
            <a:extLst>
              <a:ext uri="{FF2B5EF4-FFF2-40B4-BE49-F238E27FC236}">
                <a16:creationId xmlns:a16="http://schemas.microsoft.com/office/drawing/2014/main" id="{25672446-6AA6-264F-4875-1B6A951A3895}"/>
              </a:ext>
            </a:extLst>
          </p:cNvPr>
          <p:cNvCxnSpPr/>
          <p:nvPr userDrawn="1"/>
        </p:nvCxnSpPr>
        <p:spPr>
          <a:xfrm flipV="1">
            <a:off x="11937957" y="0"/>
            <a:ext cx="0" cy="59276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3619328"/>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74" r:id="rId3"/>
    <p:sldLayoutId id="2147483656" r:id="rId4"/>
    <p:sldLayoutId id="2147483657" r:id="rId5"/>
    <p:sldLayoutId id="2147483658" r:id="rId6"/>
    <p:sldLayoutId id="2147483659" r:id="rId7"/>
    <p:sldLayoutId id="2147483660" r:id="rId8"/>
    <p:sldLayoutId id="2147483661" r:id="rId9"/>
    <p:sldLayoutId id="2147483664" r:id="rId10"/>
    <p:sldLayoutId id="2147483669" r:id="rId11"/>
    <p:sldLayoutId id="2147483662" r:id="rId12"/>
    <p:sldLayoutId id="2147483665" r:id="rId13"/>
    <p:sldLayoutId id="2147483663" r:id="rId14"/>
    <p:sldLayoutId id="2147483666" r:id="rId15"/>
    <p:sldLayoutId id="2147483667" r:id="rId16"/>
    <p:sldLayoutId id="2147483668" r:id="rId17"/>
    <p:sldLayoutId id="2147483650" r:id="rId18"/>
    <p:sldLayoutId id="2147483671" r:id="rId19"/>
    <p:sldLayoutId id="2147483670" r:id="rId20"/>
    <p:sldLayoutId id="2147483672" r:id="rId21"/>
    <p:sldLayoutId id="2147483673" r:id="rId22"/>
    <p:sldLayoutId id="2147483651" r:id="rId23"/>
    <p:sldLayoutId id="2147483687" r:id="rId24"/>
    <p:sldLayoutId id="2147483652" r:id="rId25"/>
  </p:sldLayoutIdLst>
  <p:txStyles>
    <p:titleStyle>
      <a:lvl1pPr algn="l" defTabSz="914400" rtl="0" eaLnBrk="1" latinLnBrk="0" hangingPunct="1">
        <a:lnSpc>
          <a:spcPct val="90000"/>
        </a:lnSpc>
        <a:spcBef>
          <a:spcPct val="0"/>
        </a:spcBef>
        <a:buNone/>
        <a:defRPr sz="4400" kern="1200">
          <a:solidFill>
            <a:schemeClr val="tx1"/>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Medium" panose="00000600000000000000" pitchFamily="2" charset="0"/>
          <a:ea typeface="+mn-ea"/>
          <a:cs typeface="Poppins Medium" panose="000006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127478-957B-8004-0BA6-0B4FE126B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0A278C-0DB2-3F92-52B7-08C91A2EC1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DF1E4-27AA-7785-4407-D47EF1083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0AD420-502B-40EC-812A-7F7534BDDD3A}" type="datetimeFigureOut">
              <a:rPr lang="en-US" smtClean="0"/>
              <a:t>10/5/2026</a:t>
            </a:fld>
            <a:endParaRPr lang="en-US"/>
          </a:p>
        </p:txBody>
      </p:sp>
      <p:sp>
        <p:nvSpPr>
          <p:cNvPr id="5" name="Footer Placeholder 4">
            <a:extLst>
              <a:ext uri="{FF2B5EF4-FFF2-40B4-BE49-F238E27FC236}">
                <a16:creationId xmlns:a16="http://schemas.microsoft.com/office/drawing/2014/main" id="{49569371-613E-EBD0-CB8F-C94B1AD34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EDA9A1-96CA-EA9A-C07B-B15E72AFAD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3927F9-8D5B-4A5D-A4B0-42D409B67E53}" type="slidenum">
              <a:rPr lang="en-US" smtClean="0"/>
              <a:t>‹#›</a:t>
            </a:fld>
            <a:endParaRPr lang="en-US"/>
          </a:p>
        </p:txBody>
      </p:sp>
      <p:grpSp>
        <p:nvGrpSpPr>
          <p:cNvPr id="7" name="Group 6">
            <a:extLst>
              <a:ext uri="{FF2B5EF4-FFF2-40B4-BE49-F238E27FC236}">
                <a16:creationId xmlns:a16="http://schemas.microsoft.com/office/drawing/2014/main" id="{15CC2033-7521-C317-3C8D-C9158139320C}"/>
              </a:ext>
            </a:extLst>
          </p:cNvPr>
          <p:cNvGrpSpPr/>
          <p:nvPr userDrawn="1"/>
        </p:nvGrpSpPr>
        <p:grpSpPr>
          <a:xfrm>
            <a:off x="11558587" y="3429000"/>
            <a:ext cx="504825" cy="3240562"/>
            <a:chOff x="11558587" y="3429000"/>
            <a:chExt cx="504825" cy="3240562"/>
          </a:xfrm>
        </p:grpSpPr>
        <p:pic>
          <p:nvPicPr>
            <p:cNvPr id="8" name="Graphic 7">
              <a:extLst>
                <a:ext uri="{FF2B5EF4-FFF2-40B4-BE49-F238E27FC236}">
                  <a16:creationId xmlns:a16="http://schemas.microsoft.com/office/drawing/2014/main" id="{E6039C41-FE40-33D9-BF28-46DDD12008D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1558587" y="6117112"/>
              <a:ext cx="504825" cy="552450"/>
            </a:xfrm>
            <a:prstGeom prst="rect">
              <a:avLst/>
            </a:prstGeom>
          </p:spPr>
        </p:pic>
        <p:sp>
          <p:nvSpPr>
            <p:cNvPr id="9" name="TextBox 8">
              <a:extLst>
                <a:ext uri="{FF2B5EF4-FFF2-40B4-BE49-F238E27FC236}">
                  <a16:creationId xmlns:a16="http://schemas.microsoft.com/office/drawing/2014/main" id="{1393F90A-9E86-6C25-E63C-A0426FB67EE9}"/>
                </a:ext>
              </a:extLst>
            </p:cNvPr>
            <p:cNvSpPr txBox="1"/>
            <p:nvPr userDrawn="1"/>
          </p:nvSpPr>
          <p:spPr>
            <a:xfrm rot="16200000">
              <a:off x="10561658" y="4524452"/>
              <a:ext cx="2498681" cy="307777"/>
            </a:xfrm>
            <a:prstGeom prst="rect">
              <a:avLst/>
            </a:prstGeom>
            <a:noFill/>
          </p:spPr>
          <p:txBody>
            <a:bodyPr wrap="square" rtlCol="0">
              <a:spAutoFit/>
            </a:bodyPr>
            <a:lstStyle/>
            <a:p>
              <a:r>
                <a:rPr lang="en-US" sz="1400">
                  <a:solidFill>
                    <a:srgbClr val="8C4FF4"/>
                  </a:solidFill>
                  <a:latin typeface="Poppins" panose="00000500000000000000" pitchFamily="2" charset="0"/>
                  <a:cs typeface="Poppins" panose="00000500000000000000" pitchFamily="2" charset="0"/>
                </a:rPr>
                <a:t>www.flairstech.com</a:t>
              </a:r>
            </a:p>
          </p:txBody>
        </p:sp>
      </p:grpSp>
      <p:cxnSp>
        <p:nvCxnSpPr>
          <p:cNvPr id="10" name="Straight Connector 9">
            <a:extLst>
              <a:ext uri="{FF2B5EF4-FFF2-40B4-BE49-F238E27FC236}">
                <a16:creationId xmlns:a16="http://schemas.microsoft.com/office/drawing/2014/main" id="{29DFB403-1619-6C9D-9A9B-569B0DDDCDAD}"/>
              </a:ext>
            </a:extLst>
          </p:cNvPr>
          <p:cNvCxnSpPr/>
          <p:nvPr userDrawn="1"/>
        </p:nvCxnSpPr>
        <p:spPr>
          <a:xfrm flipV="1">
            <a:off x="11937957" y="0"/>
            <a:ext cx="0" cy="592768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91232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rgbClr val="0366FF"/>
          </a:solidFill>
          <a:latin typeface="Poppins" panose="00000500000000000000" pitchFamily="2" charset="0"/>
          <a:ea typeface="+mj-ea"/>
          <a:cs typeface="Poppins" panose="00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hyperlink" Target="https://www.youtube.com/playlist?list=PLCInYL3l2AajYlZGzU_LVrHdoouf8W6ZN" TargetMode="External"/><Relationship Id="rId3" Type="http://schemas.openxmlformats.org/officeDocument/2006/relationships/hyperlink" Target="https://www.youtube.com/playlist?list=PLnzqK5HvcpwTgEDztQ8y4K4-VoeoK1QCG" TargetMode="External"/><Relationship Id="rId4" Type="http://schemas.openxmlformats.org/officeDocument/2006/relationships/hyperlink" Target="https://adelnasim.com/" TargetMode="External"/><Relationship Id="rId5" Type="http://schemas.openxmlformats.org/officeDocument/2006/relationships/hyperlink" Target="https://dev.java/learn/inheritance/" TargetMode="External"/><Relationship Id="rId6" Type="http://schemas.openxmlformats.org/officeDocument/2006/relationships/hyperlink" Target="https://dev.java/learn/interfaces/" TargetMode="External"/><Relationship Id="rId7" Type="http://schemas.openxmlformats.org/officeDocument/2006/relationships/hyperlink" Target="https://dev.java/learn/classes-objects/enums/" TargetMode="External"/><Relationship Id="rId8" Type="http://schemas.openxmlformats.org/officeDocument/2006/relationships/hyperlink" Target="https://www.hackerrank.com/domains/java/java-object-oriented-programming" TargetMode="External"/><Relationship Id="rId9" Type="http://schemas.openxmlformats.org/officeDocument/2006/relationships/hyperlink" Target="https://exercism.org/tracks/java/concepts/inheritance" TargetMode="External"/><Relationship Id="rId10" Type="http://schemas.openxmlformats.org/officeDocument/2006/relationships/hyperlink" Target="https://leetcode.com/problems/majority-element/" TargetMode="External"/><Relationship Id="rId11"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7.xml"/></Relationships>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2104" y="3246120"/>
            <a:ext cx="6766560" cy="1737360"/>
          </a:xfrm>
        </p:spPr>
        <p:txBody>
          <a:bodyPr wrap="square" anchor="b"/>
          <a:lstStyle/>
          <a:p>
            <a:pPr algn="l">
              <a:spcAft>
                <a:spcPts val="600"/>
              </a:spcAft>
            </a:pPr>
            <a:r>
              <a:rPr sz="4000" b="1" i="0">
                <a:solidFill>
                  <a:srgbClr val="FFFFFF"/>
                </a:solidFill>
                <a:latin typeface="Poppins"/>
              </a:rPr>
              <a:t>Inheritance and Interfaces</a:t>
            </a:r>
          </a:p>
        </p:txBody>
      </p:sp>
      <p:sp>
        <p:nvSpPr>
          <p:cNvPr id="3" name="TextBox 2"/>
          <p:cNvSpPr txBox="1"/>
          <p:nvPr/>
        </p:nvSpPr>
        <p:spPr>
          <a:xfrm>
            <a:off x="868680" y="2743200"/>
            <a:ext cx="6400800" cy="457200"/>
          </a:xfrm>
          <a:prstGeom prst="rect">
            <a:avLst/>
          </a:prstGeom>
          <a:noFill/>
        </p:spPr>
        <p:txBody>
          <a:bodyPr wrap="square" lIns="0" rIns="0" tIns="0" bIns="0" anchor="t">
            <a:spAutoFit/>
          </a:bodyPr>
          <a:lstStyle/>
          <a:p>
            <a:pPr algn="l">
              <a:spcAft>
                <a:spcPts val="600"/>
              </a:spcAft>
            </a:pPr>
            <a:r>
              <a:rPr sz="1400" b="1" i="0">
                <a:solidFill>
                  <a:srgbClr val="6FDFE2"/>
                </a:solidFill>
                <a:latin typeface="Poppins"/>
              </a:rPr>
              <a:t>WEEK 3  ·  SESSION 5</a:t>
            </a:r>
          </a:p>
        </p:txBody>
      </p:sp>
      <p:sp>
        <p:nvSpPr>
          <p:cNvPr id="4" name="TextBox 3"/>
          <p:cNvSpPr txBox="1"/>
          <p:nvPr/>
        </p:nvSpPr>
        <p:spPr>
          <a:xfrm>
            <a:off x="868680" y="5074920"/>
            <a:ext cx="6400800" cy="457200"/>
          </a:xfrm>
          <a:prstGeom prst="rect">
            <a:avLst/>
          </a:prstGeom>
          <a:noFill/>
        </p:spPr>
        <p:txBody>
          <a:bodyPr wrap="square" lIns="0" rIns="0" tIns="0" bIns="0" anchor="t">
            <a:spAutoFit/>
          </a:bodyPr>
          <a:lstStyle/>
          <a:p>
            <a:pPr algn="l">
              <a:spcAft>
                <a:spcPts val="600"/>
              </a:spcAft>
            </a:pPr>
            <a:r>
              <a:rPr sz="1600" b="0" i="0">
                <a:solidFill>
                  <a:srgbClr val="FFFFFF"/>
                </a:solidFill>
                <a:latin typeface="Poppins"/>
              </a:rPr>
              <a:t>Java + Spring Boot Internship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Today's plan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Inheritance: extends, super, overriding</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Polymorphism and abstract classes</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Interfaces and enums</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Design: composition over inheritance, SOLID intro</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Afternoon lab: Shapes, Payments, Payroll, Library model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By the end of today, you can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Reuse code with extends and call the parent with super</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Predict which overridden method runs at runtime</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Choose between an abstract class and an interface</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Replace magic strings with an enum</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Explain why composition is often the safer choice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Inheritance</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01</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One class builds on another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extends and super</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Animal</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protected</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visible to subclasses</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Animal</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age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this</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eat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is eating"</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 xml:space="preserve"> </a:t>
            </a:r>
            <a:r>
              <a:rPr lang="en-US" sz="1300" i="0">
                <a:solidFill>
                  <a:srgbClr val="B9A6FF"/>
                </a:solidFill>
                <a:latin typeface="Consolas"/>
              </a:rPr>
              <a:t>extends</a:t>
            </a:r>
            <a:r>
              <a:rPr lang="en-US" sz="1300" i="0">
                <a:solidFill>
                  <a:srgbClr val="EEF2FA"/>
                </a:solidFill>
                <a:latin typeface="Consolas"/>
              </a:rPr>
              <a:t xml:space="preserve"> </a:t>
            </a:r>
            <a:r>
              <a:rPr lang="en-US" sz="1300" i="0">
                <a:solidFill>
                  <a:srgbClr val="B9A6FF"/>
                </a:solidFill>
                <a:latin typeface="Consolas"/>
              </a:rPr>
              <a:t>Animal</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a Dog IS an Animal</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breed</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int</a:t>
            </a:r>
            <a:r>
              <a:rPr lang="en-US" sz="1300" i="0">
                <a:solidFill>
                  <a:srgbClr val="EEF2FA"/>
                </a:solidFill>
                <a:latin typeface="Consolas"/>
              </a:rPr>
              <a:t xml:space="preserve"> </a:t>
            </a:r>
            <a:r>
              <a:rPr lang="en-US" sz="1300" i="0">
                <a:solidFill>
                  <a:srgbClr val="EEF2FA"/>
                </a:solidFill>
                <a:latin typeface="Consolas"/>
              </a:rPr>
              <a:t>age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breed</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super</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age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parent first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this</a:t>
            </a:r>
            <a:r>
              <a:rPr lang="en-US" sz="1300" i="0">
                <a:solidFill>
                  <a:srgbClr val="EEF2FA"/>
                </a:solidFill>
                <a:latin typeface="Consolas"/>
              </a:rPr>
              <a:t>.</a:t>
            </a:r>
            <a:r>
              <a:rPr lang="en-US" sz="1300" i="0">
                <a:solidFill>
                  <a:srgbClr val="EEF2FA"/>
                </a:solidFill>
                <a:latin typeface="Consolas"/>
              </a:rPr>
              <a:t>breed</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breed</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fetch</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fetches"</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Dog</a:t>
            </a:r>
            <a:r>
              <a:rPr lang="en-US" sz="1300" i="0">
                <a:solidFill>
                  <a:srgbClr val="EEF2FA"/>
                </a:solidFill>
                <a:latin typeface="Consolas"/>
              </a:rPr>
              <a:t xml:space="preserve"> </a:t>
            </a:r>
            <a:r>
              <a:rPr lang="en-US" sz="1300" i="0">
                <a:solidFill>
                  <a:srgbClr val="EEF2FA"/>
                </a:solidFill>
                <a:latin typeface="Consolas"/>
              </a:rPr>
              <a:t>rex</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a:t>
            </a:r>
            <a:r>
              <a:rPr lang="en-US" sz="1300" i="0">
                <a:solidFill>
                  <a:srgbClr val="9EF0C9"/>
                </a:solidFill>
                <a:latin typeface="Consolas"/>
              </a:rPr>
              <a:t>"Rex"</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3</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"Husky"</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rex</a:t>
            </a:r>
            <a:r>
              <a:rPr lang="en-US" sz="1300" i="0">
                <a:solidFill>
                  <a:srgbClr val="EEF2FA"/>
                </a:solidFill>
                <a:latin typeface="Consolas"/>
              </a:rPr>
              <a:t>.</a:t>
            </a:r>
            <a:r>
              <a:rPr lang="en-US" sz="1300" i="0">
                <a:solidFill>
                  <a:srgbClr val="EEF2FA"/>
                </a:solidFill>
                <a:latin typeface="Consolas"/>
              </a:rPr>
              <a:t>eat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Rex is eating</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Inheritance.java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What happens</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Dog IS-A Animal</a:t>
            </a:r>
          </a:p>
          <a:p>
            <a:pPr algn="l" marL="228600" indent="-201168">
              <a:spcAft>
                <a:spcPts val="400"/>
              </a:spcAft>
              <a:buClr>
                <a:srgbClr val="0366FF"/>
              </a:buClr>
              <a:buChar char="•"/>
            </a:pPr>
            <a:r>
              <a:rPr lang="en-US" sz="1400" b="0" i="0">
                <a:solidFill>
                  <a:srgbClr val="1B2433"/>
                </a:solidFill>
                <a:latin typeface="Poppins"/>
              </a:rPr>
              <a:t>super(...) runs the parent first</a:t>
            </a:r>
          </a:p>
          <a:p>
            <a:pPr algn="l" marL="228600" indent="-201168">
              <a:spcAft>
                <a:spcPts val="400"/>
              </a:spcAft>
              <a:buClr>
                <a:srgbClr val="0366FF"/>
              </a:buClr>
              <a:buChar char="•"/>
            </a:pPr>
            <a:r>
              <a:rPr lang="en-US" sz="1400" b="0" i="0">
                <a:solidFill>
                  <a:srgbClr val="1B2433"/>
                </a:solidFill>
                <a:latin typeface="Poppins"/>
              </a:rPr>
              <a:t>@Override asks the compiler to check</a:t>
            </a:r>
          </a:p>
          <a:p>
            <a:pPr algn="l" marL="228600" indent="-201168">
              <a:spcAft>
                <a:spcPts val="400"/>
              </a:spcAft>
              <a:buClr>
                <a:srgbClr val="0366FF"/>
              </a:buClr>
              <a:buChar char="•"/>
            </a:pPr>
            <a:r>
              <a:rPr lang="en-US" sz="1400" b="0" i="0">
                <a:solidFill>
                  <a:srgbClr val="1B2433"/>
                </a:solidFill>
                <a:latin typeface="Poppins"/>
              </a:rPr>
              <a:t>protected: visible to children</a:t>
            </a:r>
          </a:p>
          <a:p>
            <a:pPr algn="l" marL="228600" indent="-201168">
              <a:spcAft>
                <a:spcPts val="400"/>
              </a:spcAft>
              <a:buClr>
                <a:srgbClr val="0366FF"/>
              </a:buClr>
              <a:buChar char="•"/>
            </a:pPr>
            <a:r>
              <a:rPr lang="en-US" sz="1400" b="0" i="0">
                <a:solidFill>
                  <a:srgbClr val="1B2433"/>
                </a:solidFill>
                <a:latin typeface="Poppins"/>
              </a:rPr>
              <a:t>Java allows one parent only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Overriding rules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Manager</a:t>
            </a:r>
            <a:r>
              <a:rPr lang="en-US" sz="1300" i="0">
                <a:solidFill>
                  <a:srgbClr val="EEF2FA"/>
                </a:solidFill>
                <a:latin typeface="Consolas"/>
              </a:rPr>
              <a:t xml:space="preserve"> </a:t>
            </a:r>
            <a:r>
              <a:rPr lang="en-US" sz="1300" i="0">
                <a:solidFill>
                  <a:srgbClr val="B9A6FF"/>
                </a:solidFill>
                <a:latin typeface="Consolas"/>
              </a:rPr>
              <a:t>extends</a:t>
            </a:r>
            <a:r>
              <a:rPr lang="en-US" sz="1300" i="0">
                <a:solidFill>
                  <a:srgbClr val="EEF2FA"/>
                </a:solidFill>
                <a:latin typeface="Consolas"/>
              </a:rPr>
              <a:t xml:space="preserve"> </a:t>
            </a:r>
            <a:r>
              <a:rPr lang="en-US" sz="1300" i="0">
                <a:solidFill>
                  <a:srgbClr val="B9A6FF"/>
                </a:solidFill>
                <a:latin typeface="Consolas"/>
              </a:rPr>
              <a:t>Employee</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bonus</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Manager</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salary</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bonus</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super</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salary</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this</a:t>
            </a:r>
            <a:r>
              <a:rPr lang="en-US" sz="1300" i="0">
                <a:solidFill>
                  <a:srgbClr val="EEF2FA"/>
                </a:solidFill>
                <a:latin typeface="Consolas"/>
              </a:rPr>
              <a:t>.</a:t>
            </a:r>
            <a:r>
              <a:rPr lang="en-US" sz="1300" i="0">
                <a:solidFill>
                  <a:srgbClr val="EEF2FA"/>
                </a:solidFill>
                <a:latin typeface="Consolas"/>
              </a:rPr>
              <a:t>bonus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bonus</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Override</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pay</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super</a:t>
            </a:r>
            <a:r>
              <a:rPr lang="en-US" sz="1300" i="0">
                <a:solidFill>
                  <a:srgbClr val="EEF2FA"/>
                </a:solidFill>
                <a:latin typeface="Consolas"/>
              </a:rPr>
              <a:t>.</a:t>
            </a:r>
            <a:r>
              <a:rPr lang="en-US" sz="1300" i="0">
                <a:solidFill>
                  <a:srgbClr val="EEF2FA"/>
                </a:solidFill>
                <a:latin typeface="Consolas"/>
              </a:rPr>
              <a:t>pay</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bonus</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reuse the parent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Override</a:t>
            </a:r>
            <a:r>
              <a:rPr lang="en-US" sz="1300" i="0">
                <a:solidFill>
                  <a:srgbClr val="EEF2FA"/>
                </a:solidFill>
                <a:latin typeface="Consolas"/>
              </a:rPr>
              <a:t xml:space="preserve"> </a:t>
            </a: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toString</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9EF0C9"/>
                </a:solidFill>
                <a:latin typeface="Consolas"/>
              </a:rPr>
              <a:t>"Manager["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8FD8DB"/>
                </a:solidFill>
                <a:latin typeface="Consolas"/>
              </a:rPr>
              <a:t>// new Manager("Omar", 15000, 3000).pay()  -&gt;  18000.0</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SuperAndOverride.java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Rules to remember</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Same name and parameters</a:t>
            </a:r>
          </a:p>
          <a:p>
            <a:pPr algn="l" marL="228600" indent="-201168">
              <a:spcAft>
                <a:spcPts val="400"/>
              </a:spcAft>
              <a:buClr>
                <a:srgbClr val="0366FF"/>
              </a:buClr>
              <a:buChar char="•"/>
            </a:pPr>
            <a:r>
              <a:rPr lang="en-US" sz="1400" b="0" i="0">
                <a:solidFill>
                  <a:srgbClr val="1B2433"/>
                </a:solidFill>
                <a:latin typeface="Poppins"/>
              </a:rPr>
              <a:t>Access can widen, never narrow</a:t>
            </a:r>
          </a:p>
          <a:p>
            <a:pPr algn="l" marL="228600" indent="-201168">
              <a:spcAft>
                <a:spcPts val="400"/>
              </a:spcAft>
              <a:buClr>
                <a:srgbClr val="0366FF"/>
              </a:buClr>
              <a:buChar char="•"/>
            </a:pPr>
            <a:r>
              <a:rPr lang="en-US" sz="1400" b="0" i="0">
                <a:solidFill>
                  <a:srgbClr val="1B2433"/>
                </a:solidFill>
                <a:latin typeface="Poppins"/>
              </a:rPr>
              <a:t>super.method() reuses the parent</a:t>
            </a:r>
          </a:p>
          <a:p>
            <a:pPr algn="l" marL="228600" indent="-201168">
              <a:spcAft>
                <a:spcPts val="400"/>
              </a:spcAft>
              <a:buClr>
                <a:srgbClr val="0366FF"/>
              </a:buClr>
              <a:buChar char="•"/>
            </a:pPr>
            <a:r>
              <a:rPr lang="en-US" sz="1400" b="0" i="0">
                <a:solidFill>
                  <a:srgbClr val="1B2433"/>
                </a:solidFill>
                <a:latin typeface="Poppins"/>
              </a:rPr>
              <a:t>final methods cannot override</a:t>
            </a:r>
          </a:p>
          <a:p>
            <a:pPr algn="l" marL="228600" indent="-201168">
              <a:spcAft>
                <a:spcPts val="400"/>
              </a:spcAft>
              <a:buClr>
                <a:srgbClr val="0366FF"/>
              </a:buClr>
              <a:buChar char="•"/>
            </a:pPr>
            <a:r>
              <a:rPr lang="en-US" sz="1400" b="0" i="0">
                <a:solidFill>
                  <a:srgbClr val="1B2433"/>
                </a:solidFill>
                <a:latin typeface="Poppins"/>
              </a:rPr>
              <a:t>static methods do not override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Predict the output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A</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9EF0C9"/>
                </a:solidFill>
                <a:latin typeface="Consolas"/>
              </a:rPr>
              <a:t>"A"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B</a:t>
            </a:r>
            <a:r>
              <a:rPr lang="en-US" sz="1300" i="0">
                <a:solidFill>
                  <a:srgbClr val="EEF2FA"/>
                </a:solidFill>
                <a:latin typeface="Consolas"/>
              </a:rPr>
              <a:t xml:space="preserve"> </a:t>
            </a:r>
            <a:r>
              <a:rPr lang="en-US" sz="1300" i="0">
                <a:solidFill>
                  <a:srgbClr val="B9A6FF"/>
                </a:solidFill>
                <a:latin typeface="Consolas"/>
              </a:rPr>
              <a:t>extends</a:t>
            </a:r>
            <a:r>
              <a:rPr lang="en-US" sz="1300" i="0">
                <a:solidFill>
                  <a:srgbClr val="EEF2FA"/>
                </a:solidFill>
                <a:latin typeface="Consolas"/>
              </a:rPr>
              <a:t xml:space="preserve"> </a:t>
            </a:r>
            <a:r>
              <a:rPr lang="en-US" sz="1300" i="0">
                <a:solidFill>
                  <a:srgbClr val="B9A6FF"/>
                </a:solidFill>
                <a:latin typeface="Consolas"/>
              </a:rPr>
              <a:t>A</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B</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9EF0C9"/>
                </a:solidFill>
                <a:latin typeface="Consolas"/>
              </a:rPr>
              <a:t>"B"</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C</a:t>
            </a:r>
            <a:r>
              <a:rPr lang="en-US" sz="1300" i="0">
                <a:solidFill>
                  <a:srgbClr val="EEF2FA"/>
                </a:solidFill>
                <a:latin typeface="Consolas"/>
              </a:rPr>
              <a:t xml:space="preserve"> </a:t>
            </a:r>
            <a:r>
              <a:rPr lang="en-US" sz="1300" i="0">
                <a:solidFill>
                  <a:srgbClr val="B9A6FF"/>
                </a:solidFill>
                <a:latin typeface="Consolas"/>
              </a:rPr>
              <a:t>extends</a:t>
            </a:r>
            <a:r>
              <a:rPr lang="en-US" sz="1300" i="0">
                <a:solidFill>
                  <a:srgbClr val="EEF2FA"/>
                </a:solidFill>
                <a:latin typeface="Consolas"/>
              </a:rPr>
              <a:t xml:space="preserve"> </a:t>
            </a:r>
            <a:r>
              <a:rPr lang="en-US" sz="1300" i="0">
                <a:solidFill>
                  <a:srgbClr val="B9A6FF"/>
                </a:solidFill>
                <a:latin typeface="Consolas"/>
              </a:rPr>
              <a:t>B</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C</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9EF0C9"/>
                </a:solidFill>
                <a:latin typeface="Consolas"/>
              </a:rPr>
              <a:t>"C"</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C</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9EF0C9"/>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B</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ConstructorChain.java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Your turn</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Write your answer first</a:t>
            </a:r>
          </a:p>
          <a:p>
            <a:pPr algn="l" marL="228600" indent="-201168">
              <a:spcAft>
                <a:spcPts val="400"/>
              </a:spcAft>
              <a:buClr>
                <a:srgbClr val="0366FF"/>
              </a:buClr>
              <a:buChar char="•"/>
            </a:pPr>
            <a:r>
              <a:rPr lang="en-US" sz="1400" b="0" i="0">
                <a:solidFill>
                  <a:srgbClr val="1B2433"/>
                </a:solidFill>
                <a:latin typeface="Poppins"/>
              </a:rPr>
              <a:t>Who calls super()?</a:t>
            </a:r>
          </a:p>
          <a:p>
            <a:pPr algn="l" marL="228600" indent="-201168">
              <a:spcAft>
                <a:spcPts val="400"/>
              </a:spcAft>
              <a:buClr>
                <a:srgbClr val="0366FF"/>
              </a:buClr>
              <a:buChar char="•"/>
            </a:pPr>
            <a:r>
              <a:rPr lang="en-US" sz="1400" b="0" i="0">
                <a:solidFill>
                  <a:srgbClr val="1B2433"/>
                </a:solidFill>
                <a:latin typeface="Poppins"/>
              </a:rPr>
              <a:t>Then run the file</a:t>
            </a:r>
          </a:p>
          <a:p>
            <a:pPr algn="l" marL="228600" indent="-201168">
              <a:spcAft>
                <a:spcPts val="400"/>
              </a:spcAft>
              <a:buClr>
                <a:srgbClr val="0366FF"/>
              </a:buClr>
              <a:buChar char="•"/>
            </a:pPr>
            <a:r>
              <a:rPr lang="en-US" sz="1400" b="0" i="0">
                <a:solidFill>
                  <a:srgbClr val="1B2433"/>
                </a:solidFill>
                <a:latin typeface="Poppins"/>
              </a:rPr>
              <a:t>Answer: A B C --- A 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Polymorphism</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02</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One call, many behaviours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Dynamic dispatch</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Animal</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zoo</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Dog</a:t>
            </a:r>
            <a:r>
              <a:rPr lang="en-US" sz="1300" i="0">
                <a:solidFill>
                  <a:srgbClr val="EEF2FA"/>
                </a:solidFill>
                <a:latin typeface="Consolas"/>
              </a:rPr>
              <a:t>(</a:t>
            </a:r>
            <a:r>
              <a:rPr lang="en-US" sz="1300" i="0">
                <a:solidFill>
                  <a:srgbClr val="9EF0C9"/>
                </a:solidFill>
                <a:latin typeface="Consolas"/>
              </a:rPr>
              <a:t>"Rex"</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Cat</a:t>
            </a:r>
            <a:r>
              <a:rPr lang="en-US" sz="1300" i="0">
                <a:solidFill>
                  <a:srgbClr val="EEF2FA"/>
                </a:solidFill>
                <a:latin typeface="Consolas"/>
              </a:rPr>
              <a:t>(</a:t>
            </a:r>
            <a:r>
              <a:rPr lang="en-US" sz="1300" i="0">
                <a:solidFill>
                  <a:srgbClr val="9EF0C9"/>
                </a:solidFill>
                <a:latin typeface="Consolas"/>
              </a:rPr>
              <a:t>"Mimi"</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Animal</a:t>
            </a:r>
            <a:r>
              <a:rPr lang="en-US" sz="1300" i="0">
                <a:solidFill>
                  <a:srgbClr val="EEF2FA"/>
                </a:solidFill>
                <a:latin typeface="Consolas"/>
              </a:rPr>
              <a:t>(</a:t>
            </a:r>
            <a:r>
              <a:rPr lang="en-US" sz="1300" i="0">
                <a:solidFill>
                  <a:srgbClr val="9EF0C9"/>
                </a:solidFill>
                <a:latin typeface="Consolas"/>
              </a:rPr>
              <a:t>"Thing"</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for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Animal</a:t>
            </a:r>
            <a:r>
              <a:rPr lang="en-US" sz="1300" i="0">
                <a:solidFill>
                  <a:srgbClr val="EEF2FA"/>
                </a:solidFill>
                <a:latin typeface="Consolas"/>
              </a:rPr>
              <a:t xml:space="preserve"> </a:t>
            </a:r>
            <a:r>
              <a:rPr lang="en-US" sz="1300" i="0">
                <a:solidFill>
                  <a:srgbClr val="EEF2FA"/>
                </a:solidFill>
                <a:latin typeface="Consolas"/>
              </a:rPr>
              <a:t>a</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zoo</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a:t>
            </a:r>
            <a:r>
              <a:rPr lang="en-US" sz="1300" i="0">
                <a:solidFill>
                  <a:srgbClr val="EEF2FA"/>
                </a:solidFill>
                <a:latin typeface="Consolas"/>
              </a:rPr>
              <a:t>.</a:t>
            </a:r>
            <a:r>
              <a:rPr lang="en-US" sz="1300" i="0">
                <a:solidFill>
                  <a:srgbClr val="EEF2FA"/>
                </a:solidFill>
                <a:latin typeface="Consolas"/>
              </a:rPr>
              <a:t>speak</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8FD8DB"/>
                </a:solidFill>
                <a:latin typeface="Consolas"/>
              </a:rPr>
              <a:t>// Rex says woof</a:t>
            </a:r>
          </a:p>
          <a:p>
            <a:pPr algn="l">
              <a:lnSpc>
                <a:spcPct val="105000"/>
              </a:lnSpc>
              <a:spcAft>
                <a:spcPts val="0"/>
              </a:spcAft>
            </a:pPr>
            <a:r>
              <a:rPr lang="en-US" sz="1300" i="0">
                <a:solidFill>
                  <a:srgbClr val="8FD8DB"/>
                </a:solidFill>
                <a:latin typeface="Consolas"/>
              </a:rPr>
              <a:t>// Mimi says meow</a:t>
            </a:r>
          </a:p>
          <a:p>
            <a:pPr algn="l">
              <a:lnSpc>
                <a:spcPct val="105000"/>
              </a:lnSpc>
              <a:spcAft>
                <a:spcPts val="0"/>
              </a:spcAft>
            </a:pPr>
            <a:r>
              <a:rPr lang="en-US" sz="1300" i="0">
                <a:solidFill>
                  <a:srgbClr val="8FD8DB"/>
                </a:solidFill>
                <a:latin typeface="Consolas"/>
              </a:rPr>
              <a:t>// Thing makes a sound</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Animal</a:t>
            </a:r>
            <a:r>
              <a:rPr lang="en-US" sz="1300" i="0">
                <a:solidFill>
                  <a:srgbClr val="EEF2FA"/>
                </a:solidFill>
                <a:latin typeface="Consolas"/>
              </a:rPr>
              <a:t xml:space="preserve"> </a:t>
            </a:r>
            <a:r>
              <a:rPr lang="en-US" sz="1300" i="0">
                <a:solidFill>
                  <a:srgbClr val="EEF2FA"/>
                </a:solidFill>
                <a:latin typeface="Consolas"/>
              </a:rPr>
              <a:t>pet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Cat</a:t>
            </a:r>
            <a:r>
              <a:rPr lang="en-US" sz="1300" i="0">
                <a:solidFill>
                  <a:srgbClr val="EEF2FA"/>
                </a:solidFill>
                <a:latin typeface="Consolas"/>
              </a:rPr>
              <a:t>(</a:t>
            </a:r>
            <a:r>
              <a:rPr lang="en-US" sz="1300" i="0">
                <a:solidFill>
                  <a:srgbClr val="9EF0C9"/>
                </a:solidFill>
                <a:latin typeface="Consolas"/>
              </a:rPr>
              <a:t>"Luna"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upcast: always safe</a:t>
            </a:r>
          </a:p>
          <a:p>
            <a:pPr algn="l">
              <a:lnSpc>
                <a:spcPct val="105000"/>
              </a:lnSpc>
              <a:spcAft>
                <a:spcPts val="0"/>
              </a:spcAft>
            </a:pPr>
            <a:r>
              <a:rPr lang="en-US" sz="1300" i="0">
                <a:solidFill>
                  <a:srgbClr val="EEF2FA"/>
                </a:solidFill>
                <a:latin typeface="Consolas"/>
              </a:rPr>
              <a:t>pet</a:t>
            </a:r>
            <a:r>
              <a:rPr lang="en-US" sz="1300" i="0">
                <a:solidFill>
                  <a:srgbClr val="EEF2FA"/>
                </a:solidFill>
                <a:latin typeface="Consolas"/>
              </a:rPr>
              <a:t>.</a:t>
            </a:r>
            <a:r>
              <a:rPr lang="en-US" sz="1300" i="0">
                <a:solidFill>
                  <a:srgbClr val="EEF2FA"/>
                </a:solidFill>
                <a:latin typeface="Consolas"/>
              </a:rPr>
              <a:t>speak</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Luna says meow</a:t>
            </a:r>
          </a:p>
          <a:p>
            <a:pPr algn="l">
              <a:lnSpc>
                <a:spcPct val="105000"/>
              </a:lnSpc>
              <a:spcAft>
                <a:spcPts val="0"/>
              </a:spcAft>
            </a:pPr>
            <a:r>
              <a:rPr lang="en-US" sz="1300" i="0">
                <a:solidFill>
                  <a:srgbClr val="8FD8DB"/>
                </a:solidFill>
                <a:latin typeface="Consolas"/>
              </a:rPr>
              <a:t>// pet.purr();                  // compile error</a:t>
            </a:r>
          </a:p>
          <a:p>
            <a:pPr algn="l">
              <a:lnSpc>
                <a:spcPct val="105000"/>
              </a:lnSpc>
              <a:spcAft>
                <a:spcPts val="0"/>
              </a:spcAft>
            </a:pP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pet</a:t>
            </a:r>
            <a:r>
              <a:rPr lang="en-US" sz="1300" i="0">
                <a:solidFill>
                  <a:srgbClr val="EEF2FA"/>
                </a:solidFill>
                <a:latin typeface="Consolas"/>
              </a:rPr>
              <a:t xml:space="preserve"> </a:t>
            </a:r>
            <a:r>
              <a:rPr lang="en-US" sz="1300" i="0">
                <a:solidFill>
                  <a:srgbClr val="B9A6FF"/>
                </a:solidFill>
                <a:latin typeface="Consolas"/>
              </a:rPr>
              <a:t>instanceof</a:t>
            </a:r>
            <a:r>
              <a:rPr lang="en-US" sz="1300" i="0">
                <a:solidFill>
                  <a:srgbClr val="EEF2FA"/>
                </a:solidFill>
                <a:latin typeface="Consolas"/>
              </a:rPr>
              <a:t xml:space="preserve"> </a:t>
            </a:r>
            <a:r>
              <a:rPr lang="en-US" sz="1300" i="0">
                <a:solidFill>
                  <a:srgbClr val="B9A6FF"/>
                </a:solidFill>
                <a:latin typeface="Consolas"/>
              </a:rPr>
              <a:t>Cat</a:t>
            </a:r>
            <a:r>
              <a:rPr lang="en-US" sz="1300" i="0">
                <a:solidFill>
                  <a:srgbClr val="EEF2FA"/>
                </a:solidFill>
                <a:latin typeface="Consolas"/>
              </a:rPr>
              <a:t xml:space="preserve"> </a:t>
            </a:r>
            <a:r>
              <a:rPr lang="en-US" sz="1300" i="0">
                <a:solidFill>
                  <a:srgbClr val="EEF2FA"/>
                </a:solidFill>
                <a:latin typeface="Consolas"/>
              </a:rPr>
              <a:t>c</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check and cast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c</a:t>
            </a:r>
            <a:r>
              <a:rPr lang="en-US" sz="1300" i="0">
                <a:solidFill>
                  <a:srgbClr val="EEF2FA"/>
                </a:solidFill>
                <a:latin typeface="Consolas"/>
              </a:rPr>
              <a:t>.</a:t>
            </a:r>
            <a:r>
              <a:rPr lang="en-US" sz="1300" i="0">
                <a:solidFill>
                  <a:srgbClr val="EEF2FA"/>
                </a:solidFill>
                <a:latin typeface="Consolas"/>
              </a:rPr>
              <a:t>purr</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Luna purrs</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Polymorphism.java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Key idea</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Variable type: what you may call</a:t>
            </a:r>
          </a:p>
          <a:p>
            <a:pPr algn="l" marL="228600" indent="-201168">
              <a:spcAft>
                <a:spcPts val="400"/>
              </a:spcAft>
              <a:buClr>
                <a:srgbClr val="0366FF"/>
              </a:buClr>
              <a:buChar char="•"/>
            </a:pPr>
            <a:r>
              <a:rPr lang="en-US" sz="1400" b="0" i="0">
                <a:solidFill>
                  <a:srgbClr val="1B2433"/>
                </a:solidFill>
                <a:latin typeface="Poppins"/>
              </a:rPr>
              <a:t>Object type: which version runs</a:t>
            </a:r>
          </a:p>
          <a:p>
            <a:pPr algn="l" marL="228600" indent="-201168">
              <a:spcAft>
                <a:spcPts val="400"/>
              </a:spcAft>
              <a:buClr>
                <a:srgbClr val="0366FF"/>
              </a:buClr>
              <a:buChar char="•"/>
            </a:pPr>
            <a:r>
              <a:rPr lang="en-US" sz="1400" b="0" i="0">
                <a:solidFill>
                  <a:srgbClr val="1B2433"/>
                </a:solidFill>
                <a:latin typeface="Poppins"/>
              </a:rPr>
              <a:t>Decided at runtime</a:t>
            </a:r>
          </a:p>
          <a:p>
            <a:pPr algn="l" marL="228600" indent="-201168">
              <a:spcAft>
                <a:spcPts val="400"/>
              </a:spcAft>
              <a:buClr>
                <a:srgbClr val="0366FF"/>
              </a:buClr>
              <a:buChar char="•"/>
            </a:pPr>
            <a:r>
              <a:rPr lang="en-US" sz="1400" b="0" i="0">
                <a:solidFill>
                  <a:srgbClr val="1B2433"/>
                </a:solidFill>
                <a:latin typeface="Poppins"/>
              </a:rPr>
              <a:t>instanceof Dog d checks and casts</a:t>
            </a:r>
          </a:p>
          <a:p>
            <a:pPr algn="l" marL="228600" indent="-201168">
              <a:spcAft>
                <a:spcPts val="400"/>
              </a:spcAft>
              <a:buClr>
                <a:srgbClr val="0366FF"/>
              </a:buClr>
              <a:buChar char="•"/>
            </a:pPr>
            <a:r>
              <a:rPr lang="en-US" sz="1400" b="0" i="0">
                <a:solidFill>
                  <a:srgbClr val="1B2433"/>
                </a:solidFill>
                <a:latin typeface="Poppins"/>
              </a:rPr>
              <a:t>Many instanceof checks = smell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Abstract classes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abstract</a:t>
            </a:r>
            <a:r>
              <a:rPr lang="en-US" sz="1300" i="0">
                <a:solidFill>
                  <a:srgbClr val="EEF2FA"/>
                </a:solidFill>
                <a:latin typeface="Consolas"/>
              </a:rPr>
              <a:t xml:space="preserve"> </a:t>
            </a: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Shape</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final</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Shape</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this</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abstract</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area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child MUST write it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describe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shared by all children</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a:t>
            </a:r>
            <a:r>
              <a:rPr lang="en-US" sz="1300" i="0">
                <a:solidFill>
                  <a:srgbClr val="EEF2FA"/>
                </a:solidFill>
                <a:latin typeface="Consolas"/>
              </a:rPr>
              <a:t>format</a:t>
            </a:r>
            <a:r>
              <a:rPr lang="en-US" sz="1300" i="0">
                <a:solidFill>
                  <a:srgbClr val="EEF2FA"/>
                </a:solidFill>
                <a:latin typeface="Consolas"/>
              </a:rPr>
              <a:t>(</a:t>
            </a:r>
            <a:r>
              <a:rPr lang="en-US" sz="1300" i="0">
                <a:solidFill>
                  <a:srgbClr val="9EF0C9"/>
                </a:solidFill>
                <a:latin typeface="Consolas"/>
              </a:rPr>
              <a:t>"%s with area %.2f"</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area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Circle</a:t>
            </a:r>
            <a:r>
              <a:rPr lang="en-US" sz="1300" i="0">
                <a:solidFill>
                  <a:srgbClr val="EEF2FA"/>
                </a:solidFill>
                <a:latin typeface="Consolas"/>
              </a:rPr>
              <a:t xml:space="preserve"> </a:t>
            </a:r>
            <a:r>
              <a:rPr lang="en-US" sz="1300" i="0">
                <a:solidFill>
                  <a:srgbClr val="B9A6FF"/>
                </a:solidFill>
                <a:latin typeface="Consolas"/>
              </a:rPr>
              <a:t>extends</a:t>
            </a:r>
            <a:r>
              <a:rPr lang="en-US" sz="1300" i="0">
                <a:solidFill>
                  <a:srgbClr val="EEF2FA"/>
                </a:solidFill>
                <a:latin typeface="Consolas"/>
              </a:rPr>
              <a:t xml:space="preserve"> </a:t>
            </a:r>
            <a:r>
              <a:rPr lang="en-US" sz="1300" i="0">
                <a:solidFill>
                  <a:srgbClr val="B9A6FF"/>
                </a:solidFill>
                <a:latin typeface="Consolas"/>
              </a:rPr>
              <a:t>Shape</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final</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radius</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Circle</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super</a:t>
            </a:r>
            <a:r>
              <a:rPr lang="en-US" sz="1300" i="0">
                <a:solidFill>
                  <a:srgbClr val="EEF2FA"/>
                </a:solidFill>
                <a:latin typeface="Consolas"/>
              </a:rPr>
              <a:t>(</a:t>
            </a:r>
            <a:r>
              <a:rPr lang="en-US" sz="1300" i="0">
                <a:solidFill>
                  <a:srgbClr val="9EF0C9"/>
                </a:solidFill>
                <a:latin typeface="Consolas"/>
              </a:rPr>
              <a:t>"Circle"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radius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Override</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area</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Math</a:t>
            </a:r>
            <a:r>
              <a:rPr lang="en-US" sz="1300" i="0">
                <a:solidFill>
                  <a:srgbClr val="EEF2FA"/>
                </a:solidFill>
                <a:latin typeface="Consolas"/>
              </a:rPr>
              <a:t>.</a:t>
            </a:r>
            <a:r>
              <a:rPr lang="en-US" sz="1300" i="0">
                <a:solidFill>
                  <a:srgbClr val="B9A6FF"/>
                </a:solidFill>
                <a:latin typeface="Consolas"/>
              </a:rPr>
              <a:t>PI</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radius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radius</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AbstractClasses.java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When to use</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Cannot be created with new</a:t>
            </a:r>
          </a:p>
          <a:p>
            <a:pPr algn="l" marL="228600" indent="-201168">
              <a:spcAft>
                <a:spcPts val="400"/>
              </a:spcAft>
              <a:buClr>
                <a:srgbClr val="0366FF"/>
              </a:buClr>
              <a:buChar char="•"/>
            </a:pPr>
            <a:r>
              <a:rPr lang="en-US" sz="1400" b="0" i="0">
                <a:solidFill>
                  <a:srgbClr val="1B2433"/>
                </a:solidFill>
                <a:latin typeface="Poppins"/>
              </a:rPr>
              <a:t>Can hold fields and constructors</a:t>
            </a:r>
          </a:p>
          <a:p>
            <a:pPr algn="l" marL="228600" indent="-201168">
              <a:spcAft>
                <a:spcPts val="400"/>
              </a:spcAft>
              <a:buClr>
                <a:srgbClr val="0366FF"/>
              </a:buClr>
              <a:buChar char="•"/>
            </a:pPr>
            <a:r>
              <a:rPr lang="en-US" sz="1400" b="0" i="0">
                <a:solidFill>
                  <a:srgbClr val="1B2433"/>
                </a:solidFill>
                <a:latin typeface="Poppins"/>
              </a:rPr>
              <a:t>Forces children to fill gaps</a:t>
            </a:r>
          </a:p>
          <a:p>
            <a:pPr algn="l" marL="228600" indent="-201168">
              <a:spcAft>
                <a:spcPts val="400"/>
              </a:spcAft>
              <a:buClr>
                <a:srgbClr val="0366FF"/>
              </a:buClr>
              <a:buChar char="•"/>
            </a:pPr>
            <a:r>
              <a:rPr lang="en-US" sz="1400" b="0" i="0">
                <a:solidFill>
                  <a:srgbClr val="1B2433"/>
                </a:solidFill>
                <a:latin typeface="Poppins"/>
              </a:rPr>
              <a:t>Shares code between siblings</a:t>
            </a:r>
          </a:p>
          <a:p>
            <a:pPr algn="l" marL="228600" indent="-201168">
              <a:spcAft>
                <a:spcPts val="400"/>
              </a:spcAft>
              <a:buClr>
                <a:srgbClr val="0366FF"/>
              </a:buClr>
              <a:buChar char="•"/>
            </a:pPr>
            <a:r>
              <a:rPr lang="en-US" sz="1400" b="0" i="0">
                <a:solidFill>
                  <a:srgbClr val="1B2433"/>
                </a:solidFill>
                <a:latin typeface="Poppins"/>
              </a:rPr>
              <a:t>Lab 1 is exactly this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Interfaces and enums</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03</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Contracts and fixed choices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Interfaces as contracts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interface</a:t>
            </a:r>
            <a:r>
              <a:rPr lang="en-US" sz="1300" i="0">
                <a:solidFill>
                  <a:srgbClr val="EEF2FA"/>
                </a:solidFill>
                <a:latin typeface="Consolas"/>
              </a:rPr>
              <a:t xml:space="preserve"> </a:t>
            </a:r>
            <a:r>
              <a:rPr lang="en-US" sz="1300" i="0">
                <a:solidFill>
                  <a:srgbClr val="B9A6FF"/>
                </a:solidFill>
                <a:latin typeface="Consolas"/>
              </a:rPr>
              <a:t>PaymentMethod</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pay</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abstract, public</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WalletPayment</a:t>
            </a:r>
            <a:r>
              <a:rPr lang="en-US" sz="1300" i="0">
                <a:solidFill>
                  <a:srgbClr val="EEF2FA"/>
                </a:solidFill>
                <a:latin typeface="Consolas"/>
              </a:rPr>
              <a:t xml:space="preserve"> </a:t>
            </a:r>
            <a:r>
              <a:rPr lang="en-US" sz="1300" i="0">
                <a:solidFill>
                  <a:srgbClr val="B9A6FF"/>
                </a:solidFill>
                <a:latin typeface="Consolas"/>
              </a:rPr>
              <a:t>implements</a:t>
            </a:r>
            <a:r>
              <a:rPr lang="en-US" sz="1300" i="0">
                <a:solidFill>
                  <a:srgbClr val="EEF2FA"/>
                </a:solidFill>
                <a:latin typeface="Consolas"/>
              </a:rPr>
              <a:t xml:space="preserve"> </a:t>
            </a:r>
            <a:r>
              <a:rPr lang="en-US" sz="1300" i="0">
                <a:solidFill>
                  <a:srgbClr val="B9A6FF"/>
                </a:solidFill>
                <a:latin typeface="Consolas"/>
              </a:rPr>
              <a:t>PaymentMethod</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WalletPayment</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b</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b</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Override</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pay</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amount</a:t>
            </a:r>
            <a:r>
              <a:rPr lang="en-US" sz="1300" i="0">
                <a:solidFill>
                  <a:srgbClr val="EEF2FA"/>
                </a:solidFill>
                <a:latin typeface="Consolas"/>
              </a:rPr>
              <a:t xml:space="preserve"> </a:t>
            </a:r>
            <a:r>
              <a:rPr lang="en-US" sz="1300" i="0">
                <a:solidFill>
                  <a:srgbClr val="EEF2FA"/>
                </a:solidFill>
                <a:latin typeface="Consolas"/>
              </a:rPr>
              <a:t>&lt;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0</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 xml:space="preserve"> </a:t>
            </a:r>
            <a:r>
              <a:rPr lang="en-US" sz="1300" i="0">
                <a:solidFill>
                  <a:srgbClr val="EEF2FA"/>
                </a:solidFill>
                <a:latin typeface="Consolas"/>
              </a:rPr>
              <a:t>&gt;</a:t>
            </a: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false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balance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true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Override</a:t>
            </a:r>
            <a:r>
              <a:rPr lang="en-US" sz="1300" i="0">
                <a:solidFill>
                  <a:srgbClr val="EEF2FA"/>
                </a:solidFill>
                <a:latin typeface="Consolas"/>
              </a:rPr>
              <a:t xml:space="preserve"> </a:t>
            </a: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9EF0C9"/>
                </a:solidFill>
                <a:latin typeface="Consolas"/>
              </a:rPr>
              <a:t>"Wallet"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Interfaces.java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Contract rules</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implements signs the contract</a:t>
            </a:r>
          </a:p>
          <a:p>
            <a:pPr algn="l" marL="228600" indent="-201168">
              <a:spcAft>
                <a:spcPts val="400"/>
              </a:spcAft>
              <a:buClr>
                <a:srgbClr val="0366FF"/>
              </a:buClr>
              <a:buChar char="•"/>
            </a:pPr>
            <a:r>
              <a:rPr lang="en-US" sz="1400" b="0" i="0">
                <a:solidFill>
                  <a:srgbClr val="1B2433"/>
                </a:solidFill>
                <a:latin typeface="Poppins"/>
              </a:rPr>
              <a:t>Methods are public abstract</a:t>
            </a:r>
          </a:p>
          <a:p>
            <a:pPr algn="l" marL="228600" indent="-201168">
              <a:spcAft>
                <a:spcPts val="400"/>
              </a:spcAft>
              <a:buClr>
                <a:srgbClr val="0366FF"/>
              </a:buClr>
              <a:buChar char="•"/>
            </a:pPr>
            <a:r>
              <a:rPr lang="en-US" sz="1400" b="0" i="0">
                <a:solidFill>
                  <a:srgbClr val="1B2433"/>
                </a:solidFill>
                <a:latin typeface="Poppins"/>
              </a:rPr>
              <a:t>A class can implement many</a:t>
            </a:r>
          </a:p>
          <a:p>
            <a:pPr algn="l" marL="228600" indent="-201168">
              <a:spcAft>
                <a:spcPts val="400"/>
              </a:spcAft>
              <a:buClr>
                <a:srgbClr val="0366FF"/>
              </a:buClr>
              <a:buChar char="•"/>
            </a:pPr>
            <a:r>
              <a:rPr lang="en-US" sz="1400" b="0" i="0">
                <a:solidFill>
                  <a:srgbClr val="1B2433"/>
                </a:solidFill>
                <a:latin typeface="Poppins"/>
              </a:rPr>
              <a:t>Code against the interface</a:t>
            </a:r>
          </a:p>
          <a:p>
            <a:pPr algn="l" marL="228600" indent="-201168">
              <a:spcAft>
                <a:spcPts val="400"/>
              </a:spcAft>
              <a:buClr>
                <a:srgbClr val="0366FF"/>
              </a:buClr>
              <a:buChar char="•"/>
            </a:pPr>
            <a:r>
              <a:rPr lang="en-US" sz="1400" b="0" i="0">
                <a:solidFill>
                  <a:srgbClr val="1B2433"/>
                </a:solidFill>
                <a:latin typeface="Poppins"/>
              </a:rPr>
              <a:t>Spring is built on this idea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Abstract class or interface?</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interface</a:t>
            </a:r>
            <a:r>
              <a:rPr lang="en-US" sz="1300" i="0">
                <a:solidFill>
                  <a:srgbClr val="EEF2FA"/>
                </a:solidFill>
                <a:latin typeface="Consolas"/>
              </a:rPr>
              <a:t xml:space="preserve"> </a:t>
            </a:r>
            <a:r>
              <a:rPr lang="en-US" sz="1300" i="0">
                <a:solidFill>
                  <a:srgbClr val="B9A6FF"/>
                </a:solidFill>
                <a:latin typeface="Consolas"/>
              </a:rPr>
              <a:t>Receipt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default</a:t>
            </a: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printReceipt</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9EF0C9"/>
                </a:solidFill>
                <a:latin typeface="Consolas"/>
              </a:rPr>
              <a:t>"Receipt: "</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EGP"</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CardPayment</a:t>
            </a:r>
            <a:r>
              <a:rPr lang="en-US" sz="1300" i="0">
                <a:solidFill>
                  <a:srgbClr val="EEF2FA"/>
                </a:solidFill>
                <a:latin typeface="Consolas"/>
              </a:rPr>
              <a:t xml:space="preserve"> </a:t>
            </a:r>
            <a:r>
              <a:rPr lang="en-US" sz="1300" i="0">
                <a:solidFill>
                  <a:srgbClr val="B9A6FF"/>
                </a:solidFill>
                <a:latin typeface="Consolas"/>
              </a:rPr>
              <a:t>implements</a:t>
            </a:r>
            <a:r>
              <a:rPr lang="en-US" sz="1300" i="0">
                <a:solidFill>
                  <a:srgbClr val="EEF2FA"/>
                </a:solidFill>
                <a:latin typeface="Consolas"/>
              </a:rPr>
              <a:t xml:space="preserve"> </a:t>
            </a:r>
            <a:r>
              <a:rPr lang="en-US" sz="1300" i="0">
                <a:solidFill>
                  <a:srgbClr val="B9A6FF"/>
                </a:solidFill>
                <a:latin typeface="Consolas"/>
              </a:rPr>
              <a:t>PaymentMethod</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Receipt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8FD8DB"/>
                </a:solidFill>
                <a:latin typeface="Consolas"/>
              </a:rPr>
              <a:t>// ... pay() and label() ...</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Receipt</a:t>
            </a:r>
            <a:r>
              <a:rPr lang="en-US" sz="1300" i="0">
                <a:solidFill>
                  <a:srgbClr val="EEF2FA"/>
                </a:solidFill>
                <a:latin typeface="Consolas"/>
              </a:rPr>
              <a:t xml:space="preserve"> </a:t>
            </a:r>
            <a:r>
              <a:rPr lang="en-US" sz="1300" i="0">
                <a:solidFill>
                  <a:srgbClr val="EEF2FA"/>
                </a:solidFill>
                <a:latin typeface="Consolas"/>
              </a:rPr>
              <a:t>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CardPayment</a:t>
            </a:r>
            <a:r>
              <a:rPr lang="en-US" sz="1300" i="0">
                <a:solidFill>
                  <a:srgbClr val="EEF2FA"/>
                </a:solidFill>
                <a:latin typeface="Consolas"/>
              </a:rPr>
              <a:t>(</a:t>
            </a:r>
            <a:r>
              <a:rPr lang="en-US" sz="1300" i="0">
                <a:solidFill>
                  <a:srgbClr val="9EF0C9"/>
                </a:solidFill>
                <a:latin typeface="Consolas"/>
              </a:rPr>
              <a:t>"5500"</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r</a:t>
            </a:r>
            <a:r>
              <a:rPr lang="en-US" sz="1300" i="0">
                <a:solidFill>
                  <a:srgbClr val="EEF2FA"/>
                </a:solidFill>
                <a:latin typeface="Consolas"/>
              </a:rPr>
              <a:t>.</a:t>
            </a:r>
            <a:r>
              <a:rPr lang="en-US" sz="1300" i="0">
                <a:solidFill>
                  <a:srgbClr val="EEF2FA"/>
                </a:solidFill>
                <a:latin typeface="Consolas"/>
              </a:rPr>
              <a:t>printReceipt</a:t>
            </a:r>
            <a:r>
              <a:rPr lang="en-US" sz="1300" i="0">
                <a:solidFill>
                  <a:srgbClr val="EEF2FA"/>
                </a:solidFill>
                <a:latin typeface="Consolas"/>
              </a:rPr>
              <a:t>(</a:t>
            </a:r>
            <a:r>
              <a:rPr lang="en-US" sz="1300" i="0">
                <a:solidFill>
                  <a:srgbClr val="FFD58A"/>
                </a:solidFill>
                <a:latin typeface="Consolas"/>
              </a:rPr>
              <a:t>99.5</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Receipt: 99.5 EGP</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8FD8DB"/>
                </a:solidFill>
                <a:latin typeface="Consolas"/>
              </a:rPr>
              <a:t>// abstract class: shared state + constructor, one parent</a:t>
            </a:r>
          </a:p>
          <a:p>
            <a:pPr algn="l">
              <a:lnSpc>
                <a:spcPct val="105000"/>
              </a:lnSpc>
              <a:spcAft>
                <a:spcPts val="0"/>
              </a:spcAft>
            </a:pPr>
            <a:r>
              <a:rPr lang="en-US" sz="1300" i="0">
                <a:solidFill>
                  <a:srgbClr val="8FD8DB"/>
                </a:solidFill>
                <a:latin typeface="Consolas"/>
              </a:rPr>
              <a:t>// interface:      a capability, many per class, no state</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Interfaces.java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Rule of thumb</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Shared fields? abstract class</a:t>
            </a:r>
          </a:p>
          <a:p>
            <a:pPr algn="l" marL="228600" indent="-201168">
              <a:spcAft>
                <a:spcPts val="400"/>
              </a:spcAft>
              <a:buClr>
                <a:srgbClr val="0366FF"/>
              </a:buClr>
              <a:buChar char="•"/>
            </a:pPr>
            <a:r>
              <a:rPr lang="en-US" sz="1400" b="0" i="0">
                <a:solidFill>
                  <a:srgbClr val="1B2433"/>
                </a:solidFill>
                <a:latin typeface="Poppins"/>
              </a:rPr>
              <a:t>A capability? interface</a:t>
            </a:r>
          </a:p>
          <a:p>
            <a:pPr algn="l" marL="228600" indent="-201168">
              <a:spcAft>
                <a:spcPts val="400"/>
              </a:spcAft>
              <a:buClr>
                <a:srgbClr val="0366FF"/>
              </a:buClr>
              <a:buChar char="•"/>
            </a:pPr>
            <a:r>
              <a:rPr lang="en-US" sz="1400" b="0" i="0">
                <a:solidFill>
                  <a:srgbClr val="1B2433"/>
                </a:solidFill>
                <a:latin typeface="Poppins"/>
              </a:rPr>
              <a:t>default gives a body for free</a:t>
            </a:r>
          </a:p>
          <a:p>
            <a:pPr algn="l" marL="228600" indent="-201168">
              <a:spcAft>
                <a:spcPts val="400"/>
              </a:spcAft>
              <a:buClr>
                <a:srgbClr val="0366FF"/>
              </a:buClr>
              <a:buChar char="•"/>
            </a:pPr>
            <a:r>
              <a:rPr lang="en-US" sz="1400" b="0" i="0">
                <a:solidFill>
                  <a:srgbClr val="1B2433"/>
                </a:solidFill>
                <a:latin typeface="Poppins"/>
              </a:rPr>
              <a:t>Interfaces hold no instance fields</a:t>
            </a:r>
          </a:p>
          <a:p>
            <a:pPr algn="l" marL="228600" indent="-201168">
              <a:spcAft>
                <a:spcPts val="400"/>
              </a:spcAft>
              <a:buClr>
                <a:srgbClr val="0366FF"/>
              </a:buClr>
              <a:buChar char="•"/>
            </a:pPr>
            <a:r>
              <a:rPr lang="en-US" sz="1400" b="0" i="0">
                <a:solidFill>
                  <a:srgbClr val="1B2433"/>
                </a:solidFill>
                <a:latin typeface="Poppins"/>
              </a:rPr>
              <a:t>Unsure? start with interface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enum: a fixed set of values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enum</a:t>
            </a:r>
            <a:r>
              <a:rPr lang="en-US" sz="1300" i="0">
                <a:solidFill>
                  <a:srgbClr val="EEF2FA"/>
                </a:solidFill>
                <a:latin typeface="Consolas"/>
              </a:rPr>
              <a:t xml:space="preserve"> </a:t>
            </a:r>
            <a:r>
              <a:rPr lang="en-US" sz="1300" i="0">
                <a:solidFill>
                  <a:srgbClr val="B9A6FF"/>
                </a:solidFill>
                <a:latin typeface="Consolas"/>
              </a:rPr>
              <a:t>OrderStatus</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a:t>
            </a:r>
            <a:r>
              <a:rPr lang="en-US" sz="1300" i="0">
                <a:solidFill>
                  <a:srgbClr val="9EF0C9"/>
                </a:solidFill>
                <a:latin typeface="Consolas"/>
              </a:rPr>
              <a:t>"New"</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PAID</a:t>
            </a:r>
            <a:r>
              <a:rPr lang="en-US" sz="1300" i="0">
                <a:solidFill>
                  <a:srgbClr val="EEF2FA"/>
                </a:solidFill>
                <a:latin typeface="Consolas"/>
              </a:rPr>
              <a:t>(</a:t>
            </a:r>
            <a:r>
              <a:rPr lang="en-US" sz="1300" i="0">
                <a:solidFill>
                  <a:srgbClr val="9EF0C9"/>
                </a:solidFill>
                <a:latin typeface="Consolas"/>
              </a:rPr>
              <a:t>"Paid"</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SHIPPED</a:t>
            </a:r>
            <a:r>
              <a:rPr lang="en-US" sz="1300" i="0">
                <a:solidFill>
                  <a:srgbClr val="EEF2FA"/>
                </a:solidFill>
                <a:latin typeface="Consolas"/>
              </a:rPr>
              <a:t>(</a:t>
            </a:r>
            <a:r>
              <a:rPr lang="en-US" sz="1300" i="0">
                <a:solidFill>
                  <a:srgbClr val="9EF0C9"/>
                </a:solidFill>
                <a:latin typeface="Consolas"/>
              </a:rPr>
              <a:t>"On the way"</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final</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OrderStatus</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this</a:t>
            </a:r>
            <a:r>
              <a:rPr lang="en-US" sz="1300" i="0">
                <a:solidFill>
                  <a:srgbClr val="EEF2FA"/>
                </a:solidFill>
                <a:latin typeface="Consolas"/>
              </a:rPr>
              <a:t>.</a:t>
            </a:r>
            <a:r>
              <a:rPr lang="en-US" sz="1300" i="0">
                <a:solidFill>
                  <a:srgbClr val="EEF2FA"/>
                </a:solidFill>
                <a:latin typeface="Consolas"/>
              </a:rPr>
              <a:t>label</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OrderStatus</a:t>
            </a:r>
            <a:r>
              <a:rPr lang="en-US" sz="1300" i="0">
                <a:solidFill>
                  <a:srgbClr val="EEF2FA"/>
                </a:solidFill>
                <a:latin typeface="Consolas"/>
              </a:rPr>
              <a:t xml:space="preserve"> </a:t>
            </a:r>
            <a:r>
              <a:rPr lang="en-US" sz="1300" i="0">
                <a:solidFill>
                  <a:srgbClr val="EEF2FA"/>
                </a:solidFill>
                <a:latin typeface="Consolas"/>
              </a:rPr>
              <a:t>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OrderStatus</a:t>
            </a:r>
            <a:r>
              <a:rPr lang="en-US" sz="1300" i="0">
                <a:solidFill>
                  <a:srgbClr val="EEF2FA"/>
                </a:solidFill>
                <a:latin typeface="Consolas"/>
              </a:rPr>
              <a:t>.</a:t>
            </a:r>
            <a:r>
              <a:rPr lang="en-US" sz="1300" i="0">
                <a:solidFill>
                  <a:srgbClr val="B9A6FF"/>
                </a:solidFill>
                <a:latin typeface="Consolas"/>
              </a:rPr>
              <a:t>SHIPPED</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advice</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switch</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s</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case</a:t>
            </a:r>
            <a:r>
              <a:rPr lang="en-US" sz="1300" i="0">
                <a:solidFill>
                  <a:srgbClr val="EEF2FA"/>
                </a:solidFill>
                <a:latin typeface="Consolas"/>
              </a:rPr>
              <a:t xml:space="preserve"> </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&gt;</a:t>
            </a:r>
            <a:r>
              <a:rPr lang="en-US" sz="1300" i="0">
                <a:solidFill>
                  <a:srgbClr val="EEF2FA"/>
                </a:solidFill>
                <a:latin typeface="Consolas"/>
              </a:rPr>
              <a:t xml:space="preserve"> </a:t>
            </a:r>
            <a:r>
              <a:rPr lang="en-US" sz="1300" i="0">
                <a:solidFill>
                  <a:srgbClr val="9EF0C9"/>
                </a:solidFill>
                <a:latin typeface="Consolas"/>
              </a:rPr>
              <a:t>"Waiting for payment"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case</a:t>
            </a:r>
            <a:r>
              <a:rPr lang="en-US" sz="1300" i="0">
                <a:solidFill>
                  <a:srgbClr val="EEF2FA"/>
                </a:solidFill>
                <a:latin typeface="Consolas"/>
              </a:rPr>
              <a:t xml:space="preserve"> </a:t>
            </a:r>
            <a:r>
              <a:rPr lang="en-US" sz="1300" i="0">
                <a:solidFill>
                  <a:srgbClr val="B9A6FF"/>
                </a:solidFill>
                <a:latin typeface="Consolas"/>
              </a:rPr>
              <a:t>PAID</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SHIPPED</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&gt;</a:t>
            </a:r>
            <a:r>
              <a:rPr lang="en-US" sz="1300" i="0">
                <a:solidFill>
                  <a:srgbClr val="EEF2FA"/>
                </a:solidFill>
                <a:latin typeface="Consolas"/>
              </a:rPr>
              <a:t xml:space="preserve"> </a:t>
            </a:r>
            <a:r>
              <a:rPr lang="en-US" sz="1300" i="0">
                <a:solidFill>
                  <a:srgbClr val="9EF0C9"/>
                </a:solidFill>
                <a:latin typeface="Consolas"/>
              </a:rPr>
              <a:t>"Track your order"</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s</a:t>
            </a:r>
            <a:r>
              <a:rPr lang="en-US" sz="1300" i="0">
                <a:solidFill>
                  <a:srgbClr val="EEF2FA"/>
                </a:solidFill>
                <a:latin typeface="Consolas"/>
              </a:rPr>
              <a:t>.</a:t>
            </a:r>
            <a:r>
              <a:rPr lang="en-US" sz="1300" i="0">
                <a:solidFill>
                  <a:srgbClr val="EEF2FA"/>
                </a:solidFill>
                <a:latin typeface="Consolas"/>
              </a:rPr>
              <a:t>label</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On the way</a:t>
            </a:r>
          </a:p>
          <a:p>
            <a:pPr algn="l">
              <a:lnSpc>
                <a:spcPct val="105000"/>
              </a:lnSpc>
              <a:spcAft>
                <a:spcPts val="0"/>
              </a:spcAft>
            </a:pP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s</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OrderStatus</a:t>
            </a:r>
            <a:r>
              <a:rPr lang="en-US" sz="1300" i="0">
                <a:solidFill>
                  <a:srgbClr val="EEF2FA"/>
                </a:solidFill>
                <a:latin typeface="Consolas"/>
              </a:rPr>
              <a:t>.</a:t>
            </a:r>
            <a:r>
              <a:rPr lang="en-US" sz="1300" i="0">
                <a:solidFill>
                  <a:srgbClr val="B9A6FF"/>
                </a:solidFill>
                <a:latin typeface="Consolas"/>
              </a:rPr>
              <a:t>SHIPPED</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true</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EnumDemo.java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Why enums</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No typos like "SHIPED"</a:t>
            </a:r>
          </a:p>
          <a:p>
            <a:pPr algn="l" marL="228600" indent="-201168">
              <a:spcAft>
                <a:spcPts val="400"/>
              </a:spcAft>
              <a:buClr>
                <a:srgbClr val="0366FF"/>
              </a:buClr>
              <a:buChar char="•"/>
            </a:pPr>
            <a:r>
              <a:rPr lang="en-US" sz="1400" b="0" i="0">
                <a:solidFill>
                  <a:srgbClr val="1B2433"/>
                </a:solidFill>
                <a:latin typeface="Poppins"/>
              </a:rPr>
              <a:t>Compare with ==</a:t>
            </a:r>
          </a:p>
          <a:p>
            <a:pPr algn="l" marL="228600" indent="-201168">
              <a:spcAft>
                <a:spcPts val="400"/>
              </a:spcAft>
              <a:buClr>
                <a:srgbClr val="0366FF"/>
              </a:buClr>
              <a:buChar char="•"/>
            </a:pPr>
            <a:r>
              <a:rPr lang="en-US" sz="1400" b="0" i="0">
                <a:solidFill>
                  <a:srgbClr val="1B2433"/>
                </a:solidFill>
                <a:latin typeface="Poppins"/>
              </a:rPr>
              <a:t>Can have fields and methods</a:t>
            </a:r>
          </a:p>
          <a:p>
            <a:pPr algn="l" marL="228600" indent="-201168">
              <a:spcAft>
                <a:spcPts val="400"/>
              </a:spcAft>
              <a:buClr>
                <a:srgbClr val="0366FF"/>
              </a:buClr>
              <a:buChar char="•"/>
            </a:pPr>
            <a:r>
              <a:rPr lang="en-US" sz="1400" b="0" i="0">
                <a:solidFill>
                  <a:srgbClr val="1B2433"/>
                </a:solidFill>
                <a:latin typeface="Poppins"/>
              </a:rPr>
              <a:t>switch must cover every case</a:t>
            </a:r>
          </a:p>
          <a:p>
            <a:pPr algn="l" marL="228600" indent="-201168">
              <a:spcAft>
                <a:spcPts val="400"/>
              </a:spcAft>
              <a:buClr>
                <a:srgbClr val="0366FF"/>
              </a:buClr>
              <a:buChar char="•"/>
            </a:pPr>
            <a:r>
              <a:rPr lang="en-US" sz="1400" b="0" i="0">
                <a:solidFill>
                  <a:srgbClr val="1B2433"/>
                </a:solidFill>
                <a:latin typeface="Poppins"/>
              </a:rPr>
              <a:t>values() and valueOf("PAID")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612648" y="2514600"/>
            <a:ext cx="5486400" cy="1371600"/>
          </a:xfrm>
        </p:spPr>
        <p:txBody>
          <a:bodyPr wrap="square" anchor="t"/>
          <a:lstStyle/>
          <a:p>
            <a:pPr algn="l">
              <a:spcAft>
                <a:spcPts val="600"/>
              </a:spcAft>
            </a:pPr>
            <a:r>
              <a:rPr sz="4000" b="1" i="0">
                <a:solidFill>
                  <a:srgbClr val="0366FF"/>
                </a:solidFill>
                <a:latin typeface="Poppins"/>
              </a:rPr>
              <a:t>Design</a:t>
            </a:r>
          </a:p>
        </p:txBody>
      </p:sp>
      <p:sp>
        <p:nvSpPr>
          <p:cNvPr id="4" name="TextBox 3"/>
          <p:cNvSpPr txBox="1"/>
          <p:nvPr/>
        </p:nvSpPr>
        <p:spPr>
          <a:xfrm>
            <a:off x="658368" y="1600200"/>
            <a:ext cx="2743200" cy="822960"/>
          </a:xfrm>
          <a:prstGeom prst="rect">
            <a:avLst/>
          </a:prstGeom>
          <a:noFill/>
        </p:spPr>
        <p:txBody>
          <a:bodyPr wrap="square" lIns="0" rIns="0" tIns="0" bIns="0" anchor="t">
            <a:spAutoFit/>
          </a:bodyPr>
          <a:lstStyle/>
          <a:p>
            <a:pPr algn="l">
              <a:spcAft>
                <a:spcPts val="600"/>
              </a:spcAft>
            </a:pPr>
            <a:r>
              <a:rPr sz="4400" b="1" i="0">
                <a:solidFill>
                  <a:srgbClr val="8C4FF4"/>
                </a:solidFill>
                <a:latin typeface="Poppins"/>
              </a:rPr>
              <a:t>04</a:t>
            </a:r>
          </a:p>
        </p:txBody>
      </p:sp>
      <p:sp>
        <p:nvSpPr>
          <p:cNvPr id="5" name="TextBox 4"/>
          <p:cNvSpPr txBox="1"/>
          <p:nvPr/>
        </p:nvSpPr>
        <p:spPr>
          <a:xfrm>
            <a:off x="658368" y="3977639"/>
            <a:ext cx="5486400" cy="914400"/>
          </a:xfrm>
          <a:prstGeom prst="rect">
            <a:avLst/>
          </a:prstGeom>
          <a:noFill/>
        </p:spPr>
        <p:txBody>
          <a:bodyPr wrap="square" lIns="0" rIns="0" tIns="0" bIns="0" anchor="t">
            <a:spAutoFit/>
          </a:bodyPr>
          <a:lstStyle/>
          <a:p>
            <a:pPr algn="l">
              <a:spcAft>
                <a:spcPts val="600"/>
              </a:spcAft>
            </a:pPr>
            <a:r>
              <a:rPr sz="1600" b="0" i="0">
                <a:solidFill>
                  <a:srgbClr val="5B6475"/>
                </a:solidFill>
                <a:latin typeface="Poppins"/>
              </a:rPr>
              <a:t>Composition and SOLID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Composition over inheritance</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interface</a:t>
            </a:r>
            <a:r>
              <a:rPr lang="en-US" sz="1300" i="0">
                <a:solidFill>
                  <a:srgbClr val="EEF2FA"/>
                </a:solidFill>
                <a:latin typeface="Consolas"/>
              </a:rPr>
              <a:t xml:space="preserve"> </a:t>
            </a:r>
            <a:r>
              <a:rPr lang="en-US" sz="1300" i="0">
                <a:solidFill>
                  <a:srgbClr val="B9A6FF"/>
                </a:solidFill>
                <a:latin typeface="Consolas"/>
              </a:rPr>
              <a:t>Notifier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send</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to</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message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EmailNotifier</a:t>
            </a:r>
            <a:r>
              <a:rPr lang="en-US" sz="1300" i="0">
                <a:solidFill>
                  <a:srgbClr val="EEF2FA"/>
                </a:solidFill>
                <a:latin typeface="Consolas"/>
              </a:rPr>
              <a:t xml:space="preserve"> </a:t>
            </a:r>
            <a:r>
              <a:rPr lang="en-US" sz="1300" i="0">
                <a:solidFill>
                  <a:srgbClr val="B9A6FF"/>
                </a:solidFill>
                <a:latin typeface="Consolas"/>
              </a:rPr>
              <a:t>implements</a:t>
            </a:r>
            <a:r>
              <a:rPr lang="en-US" sz="1300" i="0">
                <a:solidFill>
                  <a:srgbClr val="EEF2FA"/>
                </a:solidFill>
                <a:latin typeface="Consolas"/>
              </a:rPr>
              <a:t xml:space="preserve"> </a:t>
            </a:r>
            <a:r>
              <a:rPr lang="en-US" sz="1300" i="0">
                <a:solidFill>
                  <a:srgbClr val="B9A6FF"/>
                </a:solidFill>
                <a:latin typeface="Consolas"/>
              </a:rPr>
              <a:t>Notifier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SmsNotifier</a:t>
            </a:r>
            <a:r>
              <a:rPr lang="en-US" sz="1300" i="0">
                <a:solidFill>
                  <a:srgbClr val="EEF2FA"/>
                </a:solidFill>
                <a:latin typeface="Consolas"/>
              </a:rPr>
              <a:t xml:space="preserve"> </a:t>
            </a:r>
            <a:r>
              <a:rPr lang="en-US" sz="1300" i="0">
                <a:solidFill>
                  <a:srgbClr val="B9A6FF"/>
                </a:solidFill>
                <a:latin typeface="Consolas"/>
              </a:rPr>
              <a:t>implements</a:t>
            </a:r>
            <a:r>
              <a:rPr lang="en-US" sz="1300" i="0">
                <a:solidFill>
                  <a:srgbClr val="EEF2FA"/>
                </a:solidFill>
                <a:latin typeface="Consolas"/>
              </a:rPr>
              <a:t xml:space="preserve"> </a:t>
            </a:r>
            <a:r>
              <a:rPr lang="en-US" sz="1300" i="0">
                <a:solidFill>
                  <a:srgbClr val="B9A6FF"/>
                </a:solidFill>
                <a:latin typeface="Consolas"/>
              </a:rPr>
              <a:t>Notifier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OrderService</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final</a:t>
            </a:r>
            <a:r>
              <a:rPr lang="en-US" sz="1300" i="0">
                <a:solidFill>
                  <a:srgbClr val="EEF2FA"/>
                </a:solidFill>
                <a:latin typeface="Consolas"/>
              </a:rPr>
              <a:t xml:space="preserve"> </a:t>
            </a:r>
            <a:r>
              <a:rPr lang="en-US" sz="1300" i="0">
                <a:solidFill>
                  <a:srgbClr val="B9A6FF"/>
                </a:solidFill>
                <a:latin typeface="Consolas"/>
              </a:rPr>
              <a:t>Notifier</a:t>
            </a:r>
            <a:r>
              <a:rPr lang="en-US" sz="1300" i="0">
                <a:solidFill>
                  <a:srgbClr val="EEF2FA"/>
                </a:solidFill>
                <a:latin typeface="Consolas"/>
              </a:rPr>
              <a:t xml:space="preserve"> </a:t>
            </a:r>
            <a:r>
              <a:rPr lang="en-US" sz="1300" i="0">
                <a:solidFill>
                  <a:srgbClr val="EEF2FA"/>
                </a:solidFill>
                <a:latin typeface="Consolas"/>
              </a:rPr>
              <a:t>notifier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HAS-A</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OrderService</a:t>
            </a:r>
            <a:r>
              <a:rPr lang="en-US" sz="1300" i="0">
                <a:solidFill>
                  <a:srgbClr val="EEF2FA"/>
                </a:solidFill>
                <a:latin typeface="Consolas"/>
              </a:rPr>
              <a:t>(</a:t>
            </a:r>
            <a:r>
              <a:rPr lang="en-US" sz="1300" i="0">
                <a:solidFill>
                  <a:srgbClr val="B9A6FF"/>
                </a:solidFill>
                <a:latin typeface="Consolas"/>
              </a:rPr>
              <a:t>Notifier</a:t>
            </a:r>
            <a:r>
              <a:rPr lang="en-US" sz="1300" i="0">
                <a:solidFill>
                  <a:srgbClr val="EEF2FA"/>
                </a:solidFill>
                <a:latin typeface="Consolas"/>
              </a:rPr>
              <a:t xml:space="preserve"> </a:t>
            </a:r>
            <a:r>
              <a:rPr lang="en-US" sz="1300" i="0">
                <a:solidFill>
                  <a:srgbClr val="EEF2FA"/>
                </a:solidFill>
                <a:latin typeface="Consolas"/>
              </a:rPr>
              <a:t>notifier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handed in</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this</a:t>
            </a:r>
            <a:r>
              <a:rPr lang="en-US" sz="1300" i="0">
                <a:solidFill>
                  <a:srgbClr val="EEF2FA"/>
                </a:solidFill>
                <a:latin typeface="Consolas"/>
              </a:rPr>
              <a:t>.</a:t>
            </a:r>
            <a:r>
              <a:rPr lang="en-US" sz="1300" i="0">
                <a:solidFill>
                  <a:srgbClr val="EEF2FA"/>
                </a:solidFill>
                <a:latin typeface="Consolas"/>
              </a:rPr>
              <a:t>notifier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notifier</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void</a:t>
            </a:r>
            <a:r>
              <a:rPr lang="en-US" sz="1300" i="0">
                <a:solidFill>
                  <a:srgbClr val="EEF2FA"/>
                </a:solidFill>
                <a:latin typeface="Consolas"/>
              </a:rPr>
              <a:t xml:space="preserve"> </a:t>
            </a:r>
            <a:r>
              <a:rPr lang="en-US" sz="1300" i="0">
                <a:solidFill>
                  <a:srgbClr val="EEF2FA"/>
                </a:solidFill>
                <a:latin typeface="Consolas"/>
              </a:rPr>
              <a:t>placeOrder</a:t>
            </a:r>
            <a:r>
              <a:rPr lang="en-US" sz="1300" i="0">
                <a:solidFill>
                  <a:srgbClr val="EEF2FA"/>
                </a:solidFill>
                <a:latin typeface="Consolas"/>
              </a:rPr>
              <a:t>(</a:t>
            </a:r>
            <a:r>
              <a:rPr lang="en-US" sz="1300" i="0">
                <a:solidFill>
                  <a:srgbClr val="B9A6FF"/>
                </a:solidFill>
                <a:latin typeface="Consolas"/>
              </a:rPr>
              <a:t>String</a:t>
            </a:r>
            <a:r>
              <a:rPr lang="en-US" sz="1300" i="0">
                <a:solidFill>
                  <a:srgbClr val="EEF2FA"/>
                </a:solidFill>
                <a:latin typeface="Consolas"/>
              </a:rPr>
              <a:t xml:space="preserve"> </a:t>
            </a:r>
            <a:r>
              <a:rPr lang="en-US" sz="1300" i="0">
                <a:solidFill>
                  <a:srgbClr val="EEF2FA"/>
                </a:solidFill>
                <a:latin typeface="Consolas"/>
              </a:rPr>
              <a:t>customer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notifier</a:t>
            </a:r>
            <a:r>
              <a:rPr lang="en-US" sz="1300" i="0">
                <a:solidFill>
                  <a:srgbClr val="EEF2FA"/>
                </a:solidFill>
                <a:latin typeface="Consolas"/>
              </a:rPr>
              <a:t>.</a:t>
            </a:r>
            <a:r>
              <a:rPr lang="en-US" sz="1300" i="0">
                <a:solidFill>
                  <a:srgbClr val="EEF2FA"/>
                </a:solidFill>
                <a:latin typeface="Consolas"/>
              </a:rPr>
              <a:t>send</a:t>
            </a:r>
            <a:r>
              <a:rPr lang="en-US" sz="1300" i="0">
                <a:solidFill>
                  <a:srgbClr val="EEF2FA"/>
                </a:solidFill>
                <a:latin typeface="Consolas"/>
              </a:rPr>
              <a:t>(</a:t>
            </a:r>
            <a:r>
              <a:rPr lang="en-US" sz="1300" i="0">
                <a:solidFill>
                  <a:srgbClr val="EEF2FA"/>
                </a:solidFill>
                <a:latin typeface="Consolas"/>
              </a:rPr>
              <a:t>customer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"Order of "</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amount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EGP confirmed"</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OrderService</a:t>
            </a:r>
            <a:r>
              <a:rPr lang="en-US" sz="1300" i="0">
                <a:solidFill>
                  <a:srgbClr val="EEF2FA"/>
                </a:solidFill>
                <a:latin typeface="Consolas"/>
              </a:rPr>
              <a:t>(</a:t>
            </a:r>
            <a:r>
              <a:rPr lang="en-US" sz="1300" i="0">
                <a:solidFill>
                  <a:srgbClr val="B9A6FF"/>
                </a:solidFill>
                <a:latin typeface="Consolas"/>
              </a:rPr>
              <a:t>new</a:t>
            </a:r>
            <a:r>
              <a:rPr lang="en-US" sz="1300" i="0">
                <a:solidFill>
                  <a:srgbClr val="EEF2FA"/>
                </a:solidFill>
                <a:latin typeface="Consolas"/>
              </a:rPr>
              <a:t xml:space="preserve"> </a:t>
            </a:r>
            <a:r>
              <a:rPr lang="en-US" sz="1300" i="0">
                <a:solidFill>
                  <a:srgbClr val="B9A6FF"/>
                </a:solidFill>
                <a:latin typeface="Consolas"/>
              </a:rPr>
              <a:t>SmsNotifier</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placeOrder</a:t>
            </a:r>
            <a:r>
              <a:rPr lang="en-US" sz="1300" i="0">
                <a:solidFill>
                  <a:srgbClr val="EEF2FA"/>
                </a:solidFill>
                <a:latin typeface="Consolas"/>
              </a:rPr>
              <a:t>(</a:t>
            </a:r>
            <a:r>
              <a:rPr lang="en-US" sz="1300" i="0">
                <a:solidFill>
                  <a:srgbClr val="9EF0C9"/>
                </a:solidFill>
                <a:latin typeface="Consolas"/>
              </a:rPr>
              <a:t>"Omar"</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90</a:t>
            </a:r>
            <a:r>
              <a:rPr lang="en-US" sz="1300" i="0">
                <a:solidFill>
                  <a:srgbClr val="EEF2FA"/>
                </a:solidFill>
                <a:latin typeface="Consolas"/>
              </a:rPr>
              <a:t>)</a:t>
            </a:r>
            <a:r>
              <a:rPr lang="en-US" sz="1300" i="0">
                <a:solidFill>
                  <a:srgbClr val="EEF2FA"/>
                </a:solidFill>
                <a:latin typeface="Consolas"/>
              </a:rPr>
              <a:t>;</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Composition.java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HAS-A beats IS-A</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OrderService is not a Notifier</a:t>
            </a:r>
          </a:p>
          <a:p>
            <a:pPr algn="l" marL="228600" indent="-201168">
              <a:spcAft>
                <a:spcPts val="400"/>
              </a:spcAft>
              <a:buClr>
                <a:srgbClr val="0366FF"/>
              </a:buClr>
              <a:buChar char="•"/>
            </a:pPr>
            <a:r>
              <a:rPr lang="en-US" sz="1400" b="0" i="0">
                <a:solidFill>
                  <a:srgbClr val="1B2433"/>
                </a:solidFill>
                <a:latin typeface="Poppins"/>
              </a:rPr>
              <a:t>It has one, passed in</a:t>
            </a:r>
          </a:p>
          <a:p>
            <a:pPr algn="l" marL="228600" indent="-201168">
              <a:spcAft>
                <a:spcPts val="400"/>
              </a:spcAft>
              <a:buClr>
                <a:srgbClr val="0366FF"/>
              </a:buClr>
              <a:buChar char="•"/>
            </a:pPr>
            <a:r>
              <a:rPr lang="en-US" sz="1400" b="0" i="0">
                <a:solidFill>
                  <a:srgbClr val="1B2433"/>
                </a:solidFill>
                <a:latin typeface="Poppins"/>
              </a:rPr>
              <a:t>Swap Email for SMS freely</a:t>
            </a:r>
          </a:p>
          <a:p>
            <a:pPr algn="l" marL="228600" indent="-201168">
              <a:spcAft>
                <a:spcPts val="400"/>
              </a:spcAft>
              <a:buClr>
                <a:srgbClr val="0366FF"/>
              </a:buClr>
              <a:buChar char="•"/>
            </a:pPr>
            <a:r>
              <a:rPr lang="en-US" sz="1400" b="0" i="0">
                <a:solidFill>
                  <a:srgbClr val="1B2433"/>
                </a:solidFill>
                <a:latin typeface="Poppins"/>
              </a:rPr>
              <a:t>Easy to test with a fake</a:t>
            </a:r>
          </a:p>
          <a:p>
            <a:pPr algn="l" marL="228600" indent="-201168">
              <a:spcAft>
                <a:spcPts val="400"/>
              </a:spcAft>
              <a:buClr>
                <a:srgbClr val="0366FF"/>
              </a:buClr>
              <a:buChar char="•"/>
            </a:pPr>
            <a:r>
              <a:rPr lang="en-US" sz="1400" b="0" i="0">
                <a:solidFill>
                  <a:srgbClr val="1B2433"/>
                </a:solidFill>
                <a:latin typeface="Poppins"/>
              </a:rPr>
              <a:t>This is dependency injection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SOLID: Open/Closed</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de"/>
          <p:cNvSpPr/>
          <p:nvPr/>
        </p:nvSpPr>
        <p:spPr>
          <a:xfrm>
            <a:off x="841248" y="1508760"/>
            <a:ext cx="708660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interface</a:t>
            </a:r>
            <a:r>
              <a:rPr lang="en-US" sz="1300" i="0">
                <a:solidFill>
                  <a:srgbClr val="EEF2FA"/>
                </a:solidFill>
                <a:latin typeface="Consolas"/>
              </a:rPr>
              <a:t xml:space="preserve"> </a:t>
            </a:r>
            <a:r>
              <a:rPr lang="en-US" sz="1300" i="0">
                <a:solidFill>
                  <a:srgbClr val="B9A6FF"/>
                </a:solidFill>
                <a:latin typeface="Consolas"/>
              </a:rPr>
              <a:t>Discount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apply</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PercentDiscount</a:t>
            </a:r>
            <a:r>
              <a:rPr lang="en-US" sz="1300" i="0">
                <a:solidFill>
                  <a:srgbClr val="EEF2FA"/>
                </a:solidFill>
                <a:latin typeface="Consolas"/>
              </a:rPr>
              <a:t xml:space="preserve"> </a:t>
            </a:r>
            <a:r>
              <a:rPr lang="en-US" sz="1300" i="0">
                <a:solidFill>
                  <a:srgbClr val="B9A6FF"/>
                </a:solidFill>
                <a:latin typeface="Consolas"/>
              </a:rPr>
              <a:t>implements</a:t>
            </a:r>
            <a:r>
              <a:rPr lang="en-US" sz="1300" i="0">
                <a:solidFill>
                  <a:srgbClr val="EEF2FA"/>
                </a:solidFill>
                <a:latin typeface="Consolas"/>
              </a:rPr>
              <a:t xml:space="preserve"> </a:t>
            </a:r>
            <a:r>
              <a:rPr lang="en-US" sz="1300" i="0">
                <a:solidFill>
                  <a:srgbClr val="B9A6FF"/>
                </a:solidFill>
                <a:latin typeface="Consolas"/>
              </a:rPr>
              <a:t>Discount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private</a:t>
            </a:r>
            <a:r>
              <a:rPr lang="en-US" sz="1300" i="0">
                <a:solidFill>
                  <a:srgbClr val="EEF2FA"/>
                </a:solidFill>
                <a:latin typeface="Consolas"/>
              </a:rPr>
              <a:t xml:space="preserve"> </a:t>
            </a:r>
            <a:r>
              <a:rPr lang="en-US" sz="1300" i="0">
                <a:solidFill>
                  <a:srgbClr val="B9A6FF"/>
                </a:solidFill>
                <a:latin typeface="Consolas"/>
              </a:rPr>
              <a:t>final</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percent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PercentDiscount</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p</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percent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p</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public</a:t>
            </a: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apply</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percent</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FFD58A"/>
                </a:solidFill>
                <a:latin typeface="Consolas"/>
              </a:rPr>
              <a:t>100</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p>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Checkout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total</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B9A6FF"/>
                </a:solidFill>
                <a:latin typeface="Consolas"/>
              </a:rPr>
              <a:t>Discount</a:t>
            </a:r>
            <a:r>
              <a:rPr lang="en-US" sz="1300" i="0">
                <a:solidFill>
                  <a:srgbClr val="EEF2FA"/>
                </a:solidFill>
                <a:latin typeface="Consolas"/>
              </a:rPr>
              <a:t xml:space="preserve"> </a:t>
            </a:r>
            <a:r>
              <a:rPr lang="en-US" sz="1300" i="0">
                <a:solidFill>
                  <a:srgbClr val="EEF2FA"/>
                </a:solidFill>
                <a:latin typeface="Consolas"/>
              </a:rPr>
              <a:t>discount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EEF2FA"/>
                </a:solidFill>
                <a:latin typeface="Consolas"/>
              </a:rPr>
              <a:t>discount</a:t>
            </a:r>
            <a:r>
              <a:rPr lang="en-US" sz="1300" i="0">
                <a:solidFill>
                  <a:srgbClr val="EEF2FA"/>
                </a:solidFill>
                <a:latin typeface="Consolas"/>
              </a:rPr>
              <a:t>.</a:t>
            </a:r>
            <a:r>
              <a:rPr lang="en-US" sz="1300" i="0">
                <a:solidFill>
                  <a:srgbClr val="EEF2FA"/>
                </a:solidFill>
                <a:latin typeface="Consolas"/>
              </a:rPr>
              <a:t>apply</a:t>
            </a:r>
            <a:r>
              <a:rPr lang="en-US" sz="1300" i="0">
                <a:solidFill>
                  <a:srgbClr val="EEF2FA"/>
                </a:solidFill>
                <a:latin typeface="Consolas"/>
              </a:rPr>
              <a:t>(</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8FD8DB"/>
                </a:solidFill>
                <a:latin typeface="Consolas"/>
              </a:rPr>
              <a:t>// never changes</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a:p>
            <a:pPr algn="l">
              <a:lnSpc>
                <a:spcPct val="105000"/>
              </a:lnSpc>
              <a:spcAft>
                <a:spcPts val="0"/>
              </a:spcAft>
            </a:pPr>
            <a:r>
              <a:rPr lang="en-US" sz="1300" i="0">
                <a:solidFill>
                  <a:srgbClr val="8FD8DB"/>
                </a:solidFill>
                <a:latin typeface="Consolas"/>
              </a:rPr>
              <a:t>// New rule? Add a class. Checkout stays untouched.</a:t>
            </a:r>
          </a:p>
        </p:txBody>
      </p:sp>
      <p:sp>
        <p:nvSpPr>
          <p:cNvPr id="5" name="TextBox 4"/>
          <p:cNvSpPr txBox="1"/>
          <p:nvPr/>
        </p:nvSpPr>
        <p:spPr>
          <a:xfrm>
            <a:off x="1069848" y="1600200"/>
            <a:ext cx="662940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OpenClosed.java</a:t>
            </a:r>
          </a:p>
        </p:txBody>
      </p:sp>
      <p:sp>
        <p:nvSpPr>
          <p:cNvPr id="6" name="Card Scanner methods"/>
          <p:cNvSpPr/>
          <p:nvPr/>
        </p:nvSpPr>
        <p:spPr>
          <a:xfrm>
            <a:off x="8183879" y="1508760"/>
            <a:ext cx="2880360" cy="434340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85048" y="1709928"/>
            <a:ext cx="247802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SOLID in one line each</a:t>
            </a:r>
          </a:p>
        </p:txBody>
      </p:sp>
      <p:sp>
        <p:nvSpPr>
          <p:cNvPr id="8" name="TextBox 7"/>
          <p:cNvSpPr txBox="1"/>
          <p:nvPr/>
        </p:nvSpPr>
        <p:spPr>
          <a:xfrm>
            <a:off x="8385048" y="2167128"/>
            <a:ext cx="247802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S: one reason to change</a:t>
            </a:r>
          </a:p>
          <a:p>
            <a:pPr algn="l" marL="228600" indent="-201168">
              <a:spcAft>
                <a:spcPts val="400"/>
              </a:spcAft>
              <a:buClr>
                <a:srgbClr val="0366FF"/>
              </a:buClr>
              <a:buChar char="•"/>
            </a:pPr>
            <a:r>
              <a:rPr lang="en-US" sz="1400" b="0" i="0">
                <a:solidFill>
                  <a:srgbClr val="1B2433"/>
                </a:solidFill>
                <a:latin typeface="Poppins"/>
              </a:rPr>
              <a:t>O: extend, do not edit</a:t>
            </a:r>
          </a:p>
          <a:p>
            <a:pPr algn="l" marL="228600" indent="-201168">
              <a:spcAft>
                <a:spcPts val="400"/>
              </a:spcAft>
              <a:buClr>
                <a:srgbClr val="0366FF"/>
              </a:buClr>
              <a:buChar char="•"/>
            </a:pPr>
            <a:r>
              <a:rPr lang="en-US" sz="1400" b="0" i="0">
                <a:solidFill>
                  <a:srgbClr val="1B2433"/>
                </a:solidFill>
                <a:latin typeface="Poppins"/>
              </a:rPr>
              <a:t>L: child works where parent does</a:t>
            </a:r>
          </a:p>
          <a:p>
            <a:pPr algn="l" marL="228600" indent="-201168">
              <a:spcAft>
                <a:spcPts val="400"/>
              </a:spcAft>
              <a:buClr>
                <a:srgbClr val="0366FF"/>
              </a:buClr>
              <a:buChar char="•"/>
            </a:pPr>
            <a:r>
              <a:rPr lang="en-US" sz="1400" b="0" i="0">
                <a:solidFill>
                  <a:srgbClr val="1B2433"/>
                </a:solidFill>
                <a:latin typeface="Poppins"/>
              </a:rPr>
              <a:t>I: small, focused interfaces</a:t>
            </a:r>
          </a:p>
          <a:p>
            <a:pPr algn="l" marL="228600" indent="-201168">
              <a:spcAft>
                <a:spcPts val="400"/>
              </a:spcAft>
              <a:buClr>
                <a:srgbClr val="0366FF"/>
              </a:buClr>
              <a:buChar char="•"/>
            </a:pPr>
            <a:r>
              <a:rPr lang="en-US" sz="1400" b="0" i="0">
                <a:solidFill>
                  <a:srgbClr val="1B2433"/>
                </a:solidFill>
                <a:latin typeface="Poppins"/>
              </a:rPr>
              <a:t>D: depend on interfaces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Live coding: Checkout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Requirements"/>
          <p:cNvSpPr/>
          <p:nvPr/>
        </p:nvSpPr>
        <p:spPr>
          <a:xfrm>
            <a:off x="841248" y="1508760"/>
            <a:ext cx="3657600" cy="434340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3255264" cy="457200"/>
          </a:xfrm>
          <a:prstGeom prst="rect">
            <a:avLst/>
          </a:prstGeom>
          <a:noFill/>
        </p:spPr>
        <p:txBody>
          <a:bodyPr wrap="square" lIns="0" rIns="0" tIns="0" bIns="0" anchor="t">
            <a:spAutoFit/>
          </a:bodyPr>
          <a:lstStyle/>
          <a:p>
            <a:pPr algn="l">
              <a:spcAft>
                <a:spcPts val="600"/>
              </a:spcAft>
            </a:pPr>
            <a:r>
              <a:rPr sz="1800" b="1" i="0">
                <a:solidFill>
                  <a:srgbClr val="8C4FF4"/>
                </a:solidFill>
                <a:latin typeface="Poppins"/>
              </a:rPr>
              <a:t>We build together</a:t>
            </a:r>
          </a:p>
        </p:txBody>
      </p:sp>
      <p:sp>
        <p:nvSpPr>
          <p:cNvPr id="6" name="TextBox 5"/>
          <p:cNvSpPr txBox="1"/>
          <p:nvPr/>
        </p:nvSpPr>
        <p:spPr>
          <a:xfrm>
            <a:off x="1042416" y="2167128"/>
            <a:ext cx="3255264" cy="3483863"/>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Write the interface first</a:t>
            </a:r>
          </a:p>
          <a:p>
            <a:pPr algn="l" marL="228600" indent="-201168">
              <a:spcAft>
                <a:spcPts val="400"/>
              </a:spcAft>
              <a:buClr>
                <a:srgbClr val="0366FF"/>
              </a:buClr>
              <a:buChar char="•"/>
            </a:pPr>
            <a:r>
              <a:rPr lang="en-US" sz="1400" b="0" i="0">
                <a:solidFill>
                  <a:srgbClr val="1B2433"/>
                </a:solidFill>
                <a:latin typeface="Poppins"/>
              </a:rPr>
              <a:t>CardPayment: 2% fee, limit</a:t>
            </a:r>
          </a:p>
          <a:p>
            <a:pPr algn="l" marL="228600" indent="-201168">
              <a:spcAft>
                <a:spcPts val="400"/>
              </a:spcAft>
              <a:buClr>
                <a:srgbClr val="0366FF"/>
              </a:buClr>
              <a:buChar char="•"/>
            </a:pPr>
            <a:r>
              <a:rPr lang="en-US" sz="1400" b="0" i="0">
                <a:solidFill>
                  <a:srgbClr val="1B2433"/>
                </a:solidFill>
                <a:latin typeface="Poppins"/>
              </a:rPr>
              <a:t>WalletPayment: balance</a:t>
            </a:r>
          </a:p>
          <a:p>
            <a:pPr algn="l" marL="228600" indent="-201168">
              <a:spcAft>
                <a:spcPts val="400"/>
              </a:spcAft>
              <a:buClr>
                <a:srgbClr val="0366FF"/>
              </a:buClr>
              <a:buChar char="•"/>
            </a:pPr>
            <a:r>
              <a:rPr lang="en-US" sz="1400" b="0" i="0">
                <a:solidFill>
                  <a:srgbClr val="1B2433"/>
                </a:solidFill>
                <a:latin typeface="Poppins"/>
              </a:rPr>
              <a:t>Checkout knows only the interface</a:t>
            </a:r>
          </a:p>
          <a:p>
            <a:pPr algn="l" marL="228600" indent="-201168">
              <a:spcAft>
                <a:spcPts val="400"/>
              </a:spcAft>
              <a:buClr>
                <a:srgbClr val="0366FF"/>
              </a:buClr>
              <a:buChar char="•"/>
            </a:pPr>
            <a:r>
              <a:rPr lang="en-US" sz="1400" b="0" i="0">
                <a:solidFill>
                  <a:srgbClr val="1B2433"/>
                </a:solidFill>
                <a:latin typeface="Poppins"/>
              </a:rPr>
              <a:t>Run: 250, 250, 900</a:t>
            </a:r>
          </a:p>
        </p:txBody>
      </p:sp>
      <p:sp>
        <p:nvSpPr>
          <p:cNvPr id="7" name="Code"/>
          <p:cNvSpPr/>
          <p:nvPr/>
        </p:nvSpPr>
        <p:spPr>
          <a:xfrm>
            <a:off x="4754880" y="1508760"/>
            <a:ext cx="6309360" cy="4343400"/>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228600" rIns="228600" tIns="384048" bIns="137160"/>
          <a:lstStyle/>
          <a:p>
            <a:pPr algn="l">
              <a:lnSpc>
                <a:spcPct val="105000"/>
              </a:lnSpc>
              <a:spcAft>
                <a:spcPts val="0"/>
              </a:spcAft>
            </a:pPr>
            <a:r>
              <a:rPr lang="en-US" sz="1300" i="0">
                <a:solidFill>
                  <a:srgbClr val="B9A6FF"/>
                </a:solidFill>
                <a:latin typeface="Consolas"/>
              </a:rPr>
              <a:t>class</a:t>
            </a:r>
            <a:r>
              <a:rPr lang="en-US" sz="1300" i="0">
                <a:solidFill>
                  <a:srgbClr val="EEF2FA"/>
                </a:solidFill>
                <a:latin typeface="Consolas"/>
              </a:rPr>
              <a:t xml:space="preserve"> </a:t>
            </a:r>
            <a:r>
              <a:rPr lang="en-US" sz="1300" i="0">
                <a:solidFill>
                  <a:srgbClr val="B9A6FF"/>
                </a:solidFill>
                <a:latin typeface="Consolas"/>
              </a:rPr>
              <a:t>Checkout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static</a:t>
            </a:r>
            <a:r>
              <a:rPr lang="en-US" sz="1300" i="0">
                <a:solidFill>
                  <a:srgbClr val="EEF2FA"/>
                </a:solidFill>
                <a:latin typeface="Consolas"/>
              </a:rPr>
              <a:t xml:space="preserve"> </a:t>
            </a:r>
            <a:r>
              <a:rPr lang="en-US" sz="1300" i="0">
                <a:solidFill>
                  <a:srgbClr val="B9A6FF"/>
                </a:solidFill>
                <a:latin typeface="Consolas"/>
              </a:rPr>
              <a:t>boolean</a:t>
            </a:r>
            <a:r>
              <a:rPr lang="en-US" sz="1300" i="0">
                <a:solidFill>
                  <a:srgbClr val="EEF2FA"/>
                </a:solidFill>
                <a:latin typeface="Consolas"/>
              </a:rPr>
              <a:t xml:space="preserve"> </a:t>
            </a:r>
            <a:r>
              <a:rPr lang="en-US" sz="1300" i="0">
                <a:solidFill>
                  <a:srgbClr val="EEF2FA"/>
                </a:solidFill>
                <a:latin typeface="Consolas"/>
              </a:rPr>
              <a:t>pay</a:t>
            </a:r>
            <a:r>
              <a:rPr lang="en-US" sz="1300" i="0">
                <a:solidFill>
                  <a:srgbClr val="EEF2FA"/>
                </a:solidFill>
                <a:latin typeface="Consolas"/>
              </a:rPr>
              <a:t>(</a:t>
            </a:r>
            <a:r>
              <a:rPr lang="en-US" sz="1300" i="0">
                <a:solidFill>
                  <a:srgbClr val="B9A6FF"/>
                </a:solidFill>
                <a:latin typeface="Consolas"/>
              </a:rPr>
              <a:t>double</a:t>
            </a:r>
            <a:r>
              <a:rPr lang="en-US" sz="1300" i="0">
                <a:solidFill>
                  <a:srgbClr val="EEF2FA"/>
                </a:solidFill>
                <a:latin typeface="Consolas"/>
              </a:rPr>
              <a:t xml:space="preserve"> </a:t>
            </a:r>
            <a:r>
              <a:rPr lang="en-US" sz="1300" i="0">
                <a:solidFill>
                  <a:srgbClr val="EEF2FA"/>
                </a:solidFill>
                <a:latin typeface="Consolas"/>
              </a:rPr>
              <a:t>amount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PaymentMethod</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methods</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for</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B9A6FF"/>
                </a:solidFill>
                <a:latin typeface="Consolas"/>
              </a:rPr>
              <a:t>PaymentMethod</a:t>
            </a:r>
            <a:r>
              <a:rPr lang="en-US" sz="1300" i="0">
                <a:solidFill>
                  <a:srgbClr val="EEF2FA"/>
                </a:solidFill>
                <a:latin typeface="Consolas"/>
              </a:rPr>
              <a:t xml:space="preserve"> </a:t>
            </a:r>
            <a:r>
              <a:rPr lang="en-US" sz="1300" i="0">
                <a:solidFill>
                  <a:srgbClr val="EEF2FA"/>
                </a:solidFill>
                <a:latin typeface="Consolas"/>
              </a:rPr>
              <a:t>m</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methods</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if</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m</a:t>
            </a:r>
            <a:r>
              <a:rPr lang="en-US" sz="1300" i="0">
                <a:solidFill>
                  <a:srgbClr val="EEF2FA"/>
                </a:solidFill>
                <a:latin typeface="Consolas"/>
              </a:rPr>
              <a:t>.</a:t>
            </a:r>
            <a:r>
              <a:rPr lang="en-US" sz="1300" i="0">
                <a:solidFill>
                  <a:srgbClr val="EEF2FA"/>
                </a:solidFill>
                <a:latin typeface="Consolas"/>
              </a:rPr>
              <a:t>pay</a:t>
            </a:r>
            <a:r>
              <a:rPr lang="en-US" sz="1300" i="0">
                <a:solidFill>
                  <a:srgbClr val="EEF2FA"/>
                </a:solidFill>
                <a:latin typeface="Consolas"/>
              </a:rPr>
              <a:t>(</a:t>
            </a:r>
            <a:r>
              <a:rPr lang="en-US" sz="1300" i="0">
                <a:solidFill>
                  <a:srgbClr val="EEF2FA"/>
                </a:solidFill>
                <a:latin typeface="Consolas"/>
              </a:rPr>
              <a:t>amount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amount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EGP paid with "</a:t>
            </a: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EEF2FA"/>
                </a:solidFill>
                <a:latin typeface="Consolas"/>
              </a:rPr>
              <a:t>m</a:t>
            </a:r>
            <a:r>
              <a:rPr lang="en-US" sz="1300" i="0">
                <a:solidFill>
                  <a:srgbClr val="EEF2FA"/>
                </a:solidFill>
                <a:latin typeface="Consolas"/>
              </a:rPr>
              <a:t>.</a:t>
            </a:r>
            <a:r>
              <a:rPr lang="en-US" sz="1300" i="0">
                <a:solidFill>
                  <a:srgbClr val="EEF2FA"/>
                </a:solidFill>
                <a:latin typeface="Consolas"/>
              </a:rPr>
              <a:t>name</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true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System</a:t>
            </a:r>
            <a:r>
              <a:rPr lang="en-US" sz="1300" i="0">
                <a:solidFill>
                  <a:srgbClr val="EEF2FA"/>
                </a:solidFill>
                <a:latin typeface="Consolas"/>
              </a:rPr>
              <a:t>.</a:t>
            </a:r>
            <a:r>
              <a:rPr lang="en-US" sz="1300" i="0">
                <a:solidFill>
                  <a:srgbClr val="EEF2FA"/>
                </a:solidFill>
                <a:latin typeface="Consolas"/>
              </a:rPr>
              <a:t>out</a:t>
            </a:r>
            <a:r>
              <a:rPr lang="en-US" sz="1300" i="0">
                <a:solidFill>
                  <a:srgbClr val="EEF2FA"/>
                </a:solidFill>
                <a:latin typeface="Consolas"/>
              </a:rPr>
              <a:t>.</a:t>
            </a:r>
            <a:r>
              <a:rPr lang="en-US" sz="1300" i="0">
                <a:solidFill>
                  <a:srgbClr val="EEF2FA"/>
                </a:solidFill>
                <a:latin typeface="Consolas"/>
              </a:rPr>
              <a:t>println</a:t>
            </a:r>
            <a:r>
              <a:rPr lang="en-US" sz="1300" i="0">
                <a:solidFill>
                  <a:srgbClr val="EEF2FA"/>
                </a:solidFill>
                <a:latin typeface="Consolas"/>
              </a:rPr>
              <a:t>(</a:t>
            </a:r>
            <a:r>
              <a:rPr lang="en-US" sz="1300" i="0">
                <a:solidFill>
                  <a:srgbClr val="EEF2FA"/>
                </a:solidFill>
                <a:latin typeface="Consolas"/>
              </a:rPr>
              <a:t>amount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r>
              <a:rPr lang="en-US" sz="1300" i="0">
                <a:solidFill>
                  <a:srgbClr val="EEF2FA"/>
                </a:solidFill>
                <a:latin typeface="Consolas"/>
              </a:rPr>
              <a:t xml:space="preserve"> </a:t>
            </a:r>
            <a:r>
              <a:rPr lang="en-US" sz="1300" i="0">
                <a:solidFill>
                  <a:srgbClr val="9EF0C9"/>
                </a:solidFill>
                <a:latin typeface="Consolas"/>
              </a:rPr>
              <a:t>" EGP declined by all methods"</a:t>
            </a:r>
            <a:r>
              <a:rPr lang="en-US" sz="1300" i="0">
                <a:solidFill>
                  <a:srgbClr val="EEF2FA"/>
                </a:solidFill>
                <a:latin typeface="Consolas"/>
              </a:rPr>
              <a:t>)</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B9A6FF"/>
                </a:solidFill>
                <a:latin typeface="Consolas"/>
              </a:rPr>
              <a:t>return</a:t>
            </a:r>
            <a:r>
              <a:rPr lang="en-US" sz="1300" i="0">
                <a:solidFill>
                  <a:srgbClr val="EEF2FA"/>
                </a:solidFill>
                <a:latin typeface="Consolas"/>
              </a:rPr>
              <a:t xml:space="preserve"> </a:t>
            </a:r>
            <a:r>
              <a:rPr lang="en-US" sz="1300" i="0">
                <a:solidFill>
                  <a:srgbClr val="B9A6FF"/>
                </a:solidFill>
                <a:latin typeface="Consolas"/>
              </a:rPr>
              <a:t>false</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 xml:space="preserve">    </a:t>
            </a:r>
            <a:r>
              <a:rPr lang="en-US" sz="1300" i="0">
                <a:solidFill>
                  <a:srgbClr val="EEF2FA"/>
                </a:solidFill>
                <a:latin typeface="Consolas"/>
              </a:rPr>
              <a:t>}</a:t>
            </a:r>
          </a:p>
          <a:p>
            <a:pPr algn="l">
              <a:lnSpc>
                <a:spcPct val="105000"/>
              </a:lnSpc>
              <a:spcAft>
                <a:spcPts val="0"/>
              </a:spcAft>
            </a:pPr>
            <a:r>
              <a:rPr lang="en-US" sz="1300" i="0">
                <a:solidFill>
                  <a:srgbClr val="EEF2FA"/>
                </a:solidFill>
                <a:latin typeface="Consolas"/>
              </a:rPr>
              <a:t>}</a:t>
            </a:r>
          </a:p>
        </p:txBody>
      </p:sp>
      <p:sp>
        <p:nvSpPr>
          <p:cNvPr id="8" name="TextBox 7"/>
          <p:cNvSpPr txBox="1"/>
          <p:nvPr/>
        </p:nvSpPr>
        <p:spPr>
          <a:xfrm>
            <a:off x="4983480" y="1600200"/>
            <a:ext cx="5852160" cy="274320"/>
          </a:xfrm>
          <a:prstGeom prst="rect">
            <a:avLst/>
          </a:prstGeom>
          <a:noFill/>
        </p:spPr>
        <p:txBody>
          <a:bodyPr wrap="square" lIns="0" rIns="0" tIns="0" bIns="0" anchor="t">
            <a:spAutoFit/>
          </a:bodyPr>
          <a:lstStyle/>
          <a:p>
            <a:pPr algn="l">
              <a:spcAft>
                <a:spcPts val="600"/>
              </a:spcAft>
            </a:pPr>
            <a:r>
              <a:rPr sz="1100" b="1" i="0">
                <a:solidFill>
                  <a:srgbClr val="6FDFE2"/>
                </a:solidFill>
                <a:latin typeface="Poppins"/>
              </a:rPr>
              <a:t>lab/solutions/Lab2Payments.java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Afternoon lab (14:00 to 16:45)</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Lab 1: abstract Shape with Circle, Rectangle, Square, Triangle</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Lab 2: PaymentMethod with Card and Wallet, fallback Checkout</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Lab 3: Payroll with enum Department and a Manager</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Lab 4: Library model: Book, Member, Loan, two enums</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Commit after each lab; Lab 4 feeds Library v1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Library System: your project</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v1 (Week 3): console app, OOP model, collections, exceptions</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v2 (Week 4): Maven, records, streams, 15+ JUnit tests</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Week 5: the same model behind a Spring Boot REST API</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Week 6: a real database with JPA, Flyway and Docker</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Graded on: correctness, design, tests, Git history, README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Materials for this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Slides"/>
          <p:cNvSpPr/>
          <p:nvPr/>
        </p:nvSpPr>
        <p:spPr>
          <a:xfrm>
            <a:off x="841248" y="1463040"/>
            <a:ext cx="4983480" cy="17373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664208"/>
            <a:ext cx="458114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Slides</a:t>
            </a:r>
          </a:p>
        </p:txBody>
      </p:sp>
      <p:sp>
        <p:nvSpPr>
          <p:cNvPr id="6" name="TextBox 5"/>
          <p:cNvSpPr txBox="1"/>
          <p:nvPr/>
        </p:nvSpPr>
        <p:spPr>
          <a:xfrm>
            <a:off x="1042416" y="212140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This deck: Session05_Inheritance_Polymorphism_and_Interfaces.pptx</a:t>
            </a:r>
          </a:p>
        </p:txBody>
      </p:sp>
      <p:sp>
        <p:nvSpPr>
          <p:cNvPr id="7" name="Card Demo code"/>
          <p:cNvSpPr/>
          <p:nvPr/>
        </p:nvSpPr>
        <p:spPr>
          <a:xfrm>
            <a:off x="6053328" y="1463040"/>
            <a:ext cx="4983480" cy="173736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54496" y="1664208"/>
            <a:ext cx="458114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Demo code</a:t>
            </a:r>
          </a:p>
        </p:txBody>
      </p:sp>
      <p:sp>
        <p:nvSpPr>
          <p:cNvPr id="9" name="TextBox 8"/>
          <p:cNvSpPr txBox="1"/>
          <p:nvPr/>
        </p:nvSpPr>
        <p:spPr>
          <a:xfrm>
            <a:off x="6254496" y="212140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files/session-05/demos/: one file per code slide (file name on each code box)</a:t>
            </a:r>
          </a:p>
        </p:txBody>
      </p:sp>
      <p:sp>
        <p:nvSpPr>
          <p:cNvPr id="10" name="Card Lab starters"/>
          <p:cNvSpPr/>
          <p:nvPr/>
        </p:nvSpPr>
        <p:spPr>
          <a:xfrm>
            <a:off x="841248" y="3429000"/>
            <a:ext cx="4983480" cy="173736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2416" y="3630168"/>
            <a:ext cx="458114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Lab starters</a:t>
            </a:r>
          </a:p>
        </p:txBody>
      </p:sp>
      <p:sp>
        <p:nvSpPr>
          <p:cNvPr id="12" name="TextBox 11"/>
          <p:cNvSpPr txBox="1"/>
          <p:nvPr/>
        </p:nvSpPr>
        <p:spPr>
          <a:xfrm>
            <a:off x="1042416" y="408736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lab/starter/: Shapes, Payments, Payroll and Library model with TODOs</a:t>
            </a:r>
          </a:p>
        </p:txBody>
      </p:sp>
      <p:sp>
        <p:nvSpPr>
          <p:cNvPr id="13" name="Card Lab solutions"/>
          <p:cNvSpPr/>
          <p:nvPr/>
        </p:nvSpPr>
        <p:spPr>
          <a:xfrm>
            <a:off x="6053328" y="3429000"/>
            <a:ext cx="4983480" cy="173736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54496" y="3630168"/>
            <a:ext cx="458114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Lab solutions</a:t>
            </a:r>
          </a:p>
        </p:txBody>
      </p:sp>
      <p:sp>
        <p:nvSpPr>
          <p:cNvPr id="15" name="TextBox 14"/>
          <p:cNvSpPr txBox="1"/>
          <p:nvPr/>
        </p:nvSpPr>
        <p:spPr>
          <a:xfrm>
            <a:off x="6254496" y="4087368"/>
            <a:ext cx="4581144" cy="87782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lab/solutions/: shared after the lab, at 16:45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Resources for this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Watch (Arabic)"/>
          <p:cNvSpPr/>
          <p:nvPr/>
        </p:nvSpPr>
        <p:spPr>
          <a:xfrm>
            <a:off x="841248" y="1463040"/>
            <a:ext cx="3291840" cy="32918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664208"/>
            <a:ext cx="288950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Watch (Arabic)</a:t>
            </a:r>
          </a:p>
        </p:txBody>
      </p:sp>
      <p:sp>
        <p:nvSpPr>
          <p:cNvPr id="6" name="TextBox 5"/>
          <p:cNvSpPr txBox="1"/>
          <p:nvPr/>
        </p:nvSpPr>
        <p:spPr>
          <a:xfrm>
            <a:off x="104241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2"/>
              </a:rPr>
              <a:t>Adel Nasim: Java playlist</a:t>
            </a:r>
          </a:p>
          <a:p>
            <a:pPr algn="l" marL="228600" indent="-201168">
              <a:spcAft>
                <a:spcPts val="400"/>
              </a:spcAft>
              <a:buClr>
                <a:srgbClr val="0366FF"/>
              </a:buClr>
              <a:buChar char="•"/>
            </a:pPr>
            <a:r>
              <a:rPr lang="en-US" sz="1400" b="0" i="0" u="sng">
                <a:solidFill>
                  <a:srgbClr val="0366FF"/>
                </a:solidFill>
                <a:latin typeface="Poppins"/>
                <a:hlinkClick r:id="rId3"/>
              </a:rPr>
              <a:t>Mohamed Shoshan: Level 1</a:t>
            </a:r>
          </a:p>
          <a:p>
            <a:pPr algn="l" marL="228600" indent="-201168">
              <a:spcAft>
                <a:spcPts val="400"/>
              </a:spcAft>
              <a:buClr>
                <a:srgbClr val="0366FF"/>
              </a:buClr>
              <a:buChar char="•"/>
            </a:pPr>
            <a:r>
              <a:rPr lang="en-US" sz="1400" b="0" i="0" u="sng">
                <a:solidFill>
                  <a:srgbClr val="0366FF"/>
                </a:solidFill>
                <a:latin typeface="Poppins"/>
                <a:hlinkClick r:id="rId4"/>
              </a:rPr>
              <a:t>Adel Nasim: lessons, quizzes</a:t>
            </a:r>
          </a:p>
        </p:txBody>
      </p:sp>
      <p:sp>
        <p:nvSpPr>
          <p:cNvPr id="7" name="Card Read (English)"/>
          <p:cNvSpPr/>
          <p:nvPr/>
        </p:nvSpPr>
        <p:spPr>
          <a:xfrm>
            <a:off x="4315968" y="1463040"/>
            <a:ext cx="3291840" cy="329184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17136" y="1664208"/>
            <a:ext cx="288950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Read (English)</a:t>
            </a:r>
          </a:p>
        </p:txBody>
      </p:sp>
      <p:sp>
        <p:nvSpPr>
          <p:cNvPr id="9" name="TextBox 8"/>
          <p:cNvSpPr txBox="1"/>
          <p:nvPr/>
        </p:nvSpPr>
        <p:spPr>
          <a:xfrm>
            <a:off x="451713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5"/>
              </a:rPr>
              <a:t>dev.java: Inheritance</a:t>
            </a:r>
          </a:p>
          <a:p>
            <a:pPr algn="l" marL="228600" indent="-201168">
              <a:spcAft>
                <a:spcPts val="400"/>
              </a:spcAft>
              <a:buClr>
                <a:srgbClr val="0366FF"/>
              </a:buClr>
              <a:buChar char="•"/>
            </a:pPr>
            <a:r>
              <a:rPr lang="en-US" sz="1400" b="0" i="0" u="sng">
                <a:solidFill>
                  <a:srgbClr val="0366FF"/>
                </a:solidFill>
                <a:latin typeface="Poppins"/>
                <a:hlinkClick r:id="rId6"/>
              </a:rPr>
              <a:t>dev.java: Interfaces</a:t>
            </a:r>
          </a:p>
          <a:p>
            <a:pPr algn="l" marL="228600" indent="-201168">
              <a:spcAft>
                <a:spcPts val="400"/>
              </a:spcAft>
              <a:buClr>
                <a:srgbClr val="0366FF"/>
              </a:buClr>
              <a:buChar char="•"/>
            </a:pPr>
            <a:r>
              <a:rPr lang="en-US" sz="1400" b="0" i="0" u="sng">
                <a:solidFill>
                  <a:srgbClr val="0366FF"/>
                </a:solidFill>
                <a:latin typeface="Poppins"/>
                <a:hlinkClick r:id="rId7"/>
              </a:rPr>
              <a:t>dev.java: Enums</a:t>
            </a:r>
          </a:p>
        </p:txBody>
      </p:sp>
      <p:sp>
        <p:nvSpPr>
          <p:cNvPr id="10" name="Card Practice"/>
          <p:cNvSpPr/>
          <p:nvPr/>
        </p:nvSpPr>
        <p:spPr>
          <a:xfrm>
            <a:off x="7790688" y="1463040"/>
            <a:ext cx="3291840" cy="329184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91856" y="1664208"/>
            <a:ext cx="288950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Practice</a:t>
            </a:r>
          </a:p>
        </p:txBody>
      </p:sp>
      <p:sp>
        <p:nvSpPr>
          <p:cNvPr id="12" name="TextBox 11"/>
          <p:cNvSpPr txBox="1"/>
          <p:nvPr/>
        </p:nvSpPr>
        <p:spPr>
          <a:xfrm>
            <a:off x="7991856" y="2121408"/>
            <a:ext cx="2889504" cy="243230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hlinkClick r:id="rId8"/>
              </a:rPr>
              <a:t>HackerRank: Java OOP</a:t>
            </a:r>
          </a:p>
          <a:p>
            <a:pPr algn="l" marL="228600" indent="-201168">
              <a:spcAft>
                <a:spcPts val="400"/>
              </a:spcAft>
              <a:buClr>
                <a:srgbClr val="0366FF"/>
              </a:buClr>
              <a:buChar char="•"/>
            </a:pPr>
            <a:r>
              <a:rPr lang="en-US" sz="1400" b="0" i="0" u="sng">
                <a:solidFill>
                  <a:srgbClr val="0366FF"/>
                </a:solidFill>
                <a:latin typeface="Poppins"/>
                <a:hlinkClick r:id="rId9"/>
              </a:rPr>
              <a:t>Exercism: Inheritance</a:t>
            </a:r>
          </a:p>
          <a:p>
            <a:pPr algn="l" marL="228600" indent="-201168">
              <a:spcAft>
                <a:spcPts val="400"/>
              </a:spcAft>
              <a:buClr>
                <a:srgbClr val="0366FF"/>
              </a:buClr>
              <a:buChar char="•"/>
            </a:pPr>
            <a:r>
              <a:rPr lang="en-US" sz="1400" b="0" i="0" u="sng">
                <a:solidFill>
                  <a:srgbClr val="0366FF"/>
                </a:solidFill>
                <a:latin typeface="Poppins"/>
                <a:hlinkClick r:id="rId10"/>
              </a:rPr>
              <a:t>LeetCode: Majority Element</a:t>
            </a:r>
          </a:p>
        </p:txBody>
      </p:sp>
      <p:sp>
        <p:nvSpPr>
          <p:cNvPr id="13" name="Resource tip band"/>
          <p:cNvSpPr/>
          <p:nvPr/>
        </p:nvSpPr>
        <p:spPr>
          <a:xfrm>
            <a:off x="841248" y="5029200"/>
            <a:ext cx="10241280" cy="82296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5029200"/>
            <a:ext cx="9784080" cy="822960"/>
          </a:xfrm>
          <a:prstGeom prst="rect">
            <a:avLst/>
          </a:prstGeom>
          <a:noFill/>
        </p:spPr>
        <p:txBody>
          <a:bodyPr wrap="square" lIns="0" rIns="0" tIns="0" bIns="0" anchor="ctr">
            <a:spAutoFit/>
          </a:bodyPr>
          <a:lstStyle/>
          <a:p>
            <a:pPr algn="l">
              <a:spcAft>
                <a:spcPts val="600"/>
              </a:spcAft>
            </a:pPr>
            <a:r>
              <a:rPr sz="1500" b="1" i="0">
                <a:solidFill>
                  <a:srgbClr val="0366FF"/>
                </a:solidFill>
                <a:latin typeface="Poppins"/>
              </a:rPr>
              <a:t>Tip: if you write instanceof three times in a row, ask whether an overridden method should do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Before the next session</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Watch (Arabic first)"/>
          <p:cNvSpPr/>
          <p:nvPr/>
        </p:nvSpPr>
        <p:spPr>
          <a:xfrm>
            <a:off x="841248" y="1508760"/>
            <a:ext cx="3291840" cy="429768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2416" y="1709928"/>
            <a:ext cx="2889504" cy="457200"/>
          </a:xfrm>
          <a:prstGeom prst="rect">
            <a:avLst/>
          </a:prstGeom>
          <a:noFill/>
        </p:spPr>
        <p:txBody>
          <a:bodyPr wrap="square" lIns="0" rIns="0" tIns="0" bIns="0" anchor="t">
            <a:spAutoFit/>
          </a:bodyPr>
          <a:lstStyle/>
          <a:p>
            <a:pPr algn="l">
              <a:spcAft>
                <a:spcPts val="600"/>
              </a:spcAft>
            </a:pPr>
            <a:r>
              <a:rPr sz="1700" b="1" i="0">
                <a:solidFill>
                  <a:srgbClr val="0366FF"/>
                </a:solidFill>
                <a:latin typeface="Poppins"/>
              </a:rPr>
              <a:t>Watch (Arabic first)</a:t>
            </a:r>
          </a:p>
        </p:txBody>
      </p:sp>
      <p:sp>
        <p:nvSpPr>
          <p:cNvPr id="6" name="TextBox 5"/>
          <p:cNvSpPr txBox="1"/>
          <p:nvPr/>
        </p:nvSpPr>
        <p:spPr>
          <a:xfrm>
            <a:off x="104241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rPr>
              <a:t>Adel Nasim: exceptions, ArrayList</a:t>
            </a:r>
          </a:p>
          <a:p>
            <a:pPr algn="l" marL="228600" indent="-201168">
              <a:spcAft>
                <a:spcPts val="400"/>
              </a:spcAft>
              <a:buClr>
                <a:srgbClr val="0366FF"/>
              </a:buClr>
              <a:buChar char="•"/>
            </a:pPr>
            <a:r>
              <a:rPr lang="en-US" sz="1400" b="0" i="0" u="sng">
                <a:solidFill>
                  <a:srgbClr val="0366FF"/>
                </a:solidFill>
                <a:latin typeface="Poppins"/>
              </a:rPr>
              <a:t>dev.java: Exceptions</a:t>
            </a:r>
          </a:p>
          <a:p>
            <a:pPr algn="l" marL="228600" indent="-201168">
              <a:spcAft>
                <a:spcPts val="400"/>
              </a:spcAft>
              <a:buClr>
                <a:srgbClr val="0366FF"/>
              </a:buClr>
              <a:buChar char="•"/>
            </a:pPr>
            <a:r>
              <a:rPr lang="en-US" sz="1400" b="0" i="0" u="sng">
                <a:solidFill>
                  <a:srgbClr val="0366FF"/>
                </a:solidFill>
                <a:latin typeface="Poppins"/>
              </a:rPr>
              <a:t>dev.java: Collections</a:t>
            </a:r>
          </a:p>
        </p:txBody>
      </p:sp>
      <p:sp>
        <p:nvSpPr>
          <p:cNvPr id="7" name="Card Practice"/>
          <p:cNvSpPr/>
          <p:nvPr/>
        </p:nvSpPr>
        <p:spPr>
          <a:xfrm>
            <a:off x="4315968" y="1508760"/>
            <a:ext cx="3291840" cy="4297680"/>
          </a:xfrm>
          <a:prstGeom prst="roundRect">
            <a:avLst>
              <a:gd name="adj" fmla="val 8000"/>
            </a:avLst>
          </a:prstGeom>
          <a:solidFill>
            <a:srgbClr val="E3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17136" y="1709928"/>
            <a:ext cx="2889504" cy="457200"/>
          </a:xfrm>
          <a:prstGeom prst="rect">
            <a:avLst/>
          </a:prstGeom>
          <a:noFill/>
        </p:spPr>
        <p:txBody>
          <a:bodyPr wrap="square" lIns="0" rIns="0" tIns="0" bIns="0" anchor="t">
            <a:spAutoFit/>
          </a:bodyPr>
          <a:lstStyle/>
          <a:p>
            <a:pPr algn="l">
              <a:spcAft>
                <a:spcPts val="600"/>
              </a:spcAft>
            </a:pPr>
            <a:r>
              <a:rPr sz="1700" b="1" i="0">
                <a:solidFill>
                  <a:srgbClr val="0E2841"/>
                </a:solidFill>
                <a:latin typeface="Poppins"/>
              </a:rPr>
              <a:t>Practice</a:t>
            </a:r>
          </a:p>
        </p:txBody>
      </p:sp>
      <p:sp>
        <p:nvSpPr>
          <p:cNvPr id="9" name="TextBox 8"/>
          <p:cNvSpPr txBox="1"/>
          <p:nvPr/>
        </p:nvSpPr>
        <p:spPr>
          <a:xfrm>
            <a:off x="451713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a:solidFill>
                  <a:srgbClr val="1B2433"/>
                </a:solidFill>
                <a:latin typeface="Poppins"/>
              </a:rPr>
              <a:t>Finish Labs 1, 2 and 4, commit each</a:t>
            </a:r>
          </a:p>
          <a:p>
            <a:pPr algn="l" marL="228600" indent="-201168">
              <a:spcAft>
                <a:spcPts val="400"/>
              </a:spcAft>
              <a:buClr>
                <a:srgbClr val="0366FF"/>
              </a:buClr>
              <a:buChar char="•"/>
            </a:pPr>
            <a:r>
              <a:rPr lang="en-US" sz="1400" b="0" i="0">
                <a:solidFill>
                  <a:srgbClr val="1B2433"/>
                </a:solidFill>
                <a:latin typeface="Poppins"/>
              </a:rPr>
              <a:t>HackerRank: 5 Java OOP problems</a:t>
            </a:r>
          </a:p>
          <a:p>
            <a:pPr algn="l" marL="228600" indent="-201168">
              <a:spcAft>
                <a:spcPts val="400"/>
              </a:spcAft>
              <a:buClr>
                <a:srgbClr val="0366FF"/>
              </a:buClr>
              <a:buChar char="•"/>
            </a:pPr>
            <a:r>
              <a:rPr lang="en-US" sz="1400" b="0" i="0">
                <a:solidFill>
                  <a:srgbClr val="1B2433"/>
                </a:solidFill>
                <a:latin typeface="Poppins"/>
              </a:rPr>
              <a:t>Explain polymorphism in 3 lines</a:t>
            </a:r>
          </a:p>
        </p:txBody>
      </p:sp>
      <p:sp>
        <p:nvSpPr>
          <p:cNvPr id="10" name="Card Intern B track"/>
          <p:cNvSpPr/>
          <p:nvPr/>
        </p:nvSpPr>
        <p:spPr>
          <a:xfrm>
            <a:off x="7790688" y="1508760"/>
            <a:ext cx="3291840" cy="4297680"/>
          </a:xfrm>
          <a:prstGeom prst="roundRect">
            <a:avLst>
              <a:gd name="adj" fmla="val 8000"/>
            </a:avLst>
          </a:prstGeom>
          <a:solidFill>
            <a:srgbClr val="F1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91856" y="1709928"/>
            <a:ext cx="2889504" cy="457200"/>
          </a:xfrm>
          <a:prstGeom prst="rect">
            <a:avLst/>
          </a:prstGeom>
          <a:noFill/>
        </p:spPr>
        <p:txBody>
          <a:bodyPr wrap="square" lIns="0" rIns="0" tIns="0" bIns="0" anchor="t">
            <a:spAutoFit/>
          </a:bodyPr>
          <a:lstStyle/>
          <a:p>
            <a:pPr algn="l">
              <a:spcAft>
                <a:spcPts val="600"/>
              </a:spcAft>
            </a:pPr>
            <a:r>
              <a:rPr sz="1700" b="1" i="0">
                <a:solidFill>
                  <a:srgbClr val="8C4FF4"/>
                </a:solidFill>
                <a:latin typeface="Poppins"/>
              </a:rPr>
              <a:t>Intern B track</a:t>
            </a:r>
          </a:p>
        </p:txBody>
      </p:sp>
      <p:sp>
        <p:nvSpPr>
          <p:cNvPr id="12" name="TextBox 11"/>
          <p:cNvSpPr txBox="1"/>
          <p:nvPr/>
        </p:nvSpPr>
        <p:spPr>
          <a:xfrm>
            <a:off x="7991856" y="2167128"/>
            <a:ext cx="2889504" cy="3438144"/>
          </a:xfrm>
          <a:prstGeom prst="rect">
            <a:avLst/>
          </a:prstGeom>
          <a:noFill/>
        </p:spPr>
        <p:txBody>
          <a:bodyPr wrap="square" lIns="0" rIns="0" tIns="0" bIns="0" anchor="t">
            <a:spAutoFit/>
          </a:bodyPr>
          <a:lstStyle/>
          <a:p>
            <a:pPr algn="l" marL="228600" indent="-201168">
              <a:spcAft>
                <a:spcPts val="400"/>
              </a:spcAft>
              <a:buClr>
                <a:srgbClr val="0366FF"/>
              </a:buClr>
              <a:buChar char="•"/>
            </a:pPr>
            <a:r>
              <a:rPr lang="en-US" sz="1400" b="0" i="0" u="sng">
                <a:solidFill>
                  <a:srgbClr val="0366FF"/>
                </a:solidFill>
                <a:latin typeface="Poppins"/>
              </a:rPr>
              <a:t>Lab 3 Payroll with Manager</a:t>
            </a:r>
          </a:p>
          <a:p>
            <a:pPr algn="l" marL="228600" indent="-201168">
              <a:spcAft>
                <a:spcPts val="400"/>
              </a:spcAft>
              <a:buClr>
                <a:srgbClr val="0366FF"/>
              </a:buClr>
              <a:buChar char="•"/>
            </a:pPr>
            <a:r>
              <a:rPr lang="en-US" sz="1400" b="0" i="0" u="sng">
                <a:solidFill>
                  <a:srgbClr val="0366FF"/>
                </a:solidFill>
                <a:latin typeface="Poppins"/>
              </a:rPr>
              <a:t>Add a Book.isOverdue(today) method</a:t>
            </a:r>
          </a:p>
          <a:p>
            <a:pPr algn="l" marL="228600" indent="-201168">
              <a:spcAft>
                <a:spcPts val="400"/>
              </a:spcAft>
              <a:buClr>
                <a:srgbClr val="0366FF"/>
              </a:buClr>
              <a:buChar char="•"/>
            </a:pPr>
            <a:r>
              <a:rPr lang="en-US" sz="1400" b="0" i="0" u="sng">
                <a:solidFill>
                  <a:srgbClr val="0366FF"/>
                </a:solidFill>
                <a:latin typeface="Poppins"/>
              </a:rPr>
              <a:t>Read dev.java: Polymorphism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384048"/>
            <a:ext cx="10241280" cy="777240"/>
          </a:xfrm>
        </p:spPr>
        <p:txBody>
          <a:bodyPr wrap="square" anchor="ctr"/>
          <a:lstStyle/>
          <a:p>
            <a:pPr algn="l">
              <a:spcAft>
                <a:spcPts val="600"/>
              </a:spcAft>
            </a:pPr>
            <a:r>
              <a:rPr sz="2800" b="1" i="0">
                <a:solidFill>
                  <a:srgbClr val="0366FF"/>
                </a:solidFill>
                <a:latin typeface="Poppins"/>
              </a:rPr>
              <a:t>Key takeaways</a:t>
            </a:r>
          </a:p>
        </p:txBody>
      </p:sp>
      <p:sp>
        <p:nvSpPr>
          <p:cNvPr id="3" name="Title pill"/>
          <p:cNvSpPr/>
          <p:nvPr/>
        </p:nvSpPr>
        <p:spPr>
          <a:xfrm>
            <a:off x="548640" y="521207"/>
            <a:ext cx="118872" cy="502920"/>
          </a:xfrm>
          <a:prstGeom prst="roundRect">
            <a:avLst>
              <a:gd name="adj" fmla="val 50000"/>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 y="150876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1</a:t>
            </a:r>
          </a:p>
        </p:txBody>
      </p:sp>
      <p:sp>
        <p:nvSpPr>
          <p:cNvPr id="5" name="TextBox 4"/>
          <p:cNvSpPr txBox="1"/>
          <p:nvPr/>
        </p:nvSpPr>
        <p:spPr>
          <a:xfrm>
            <a:off x="1645920" y="150876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extends reuses code; super calls the parent</a:t>
            </a:r>
          </a:p>
        </p:txBody>
      </p:sp>
      <p:sp>
        <p:nvSpPr>
          <p:cNvPr id="6" name="Oval 5"/>
          <p:cNvSpPr/>
          <p:nvPr/>
        </p:nvSpPr>
        <p:spPr>
          <a:xfrm>
            <a:off x="841248" y="2377439"/>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2</a:t>
            </a:r>
          </a:p>
        </p:txBody>
      </p:sp>
      <p:sp>
        <p:nvSpPr>
          <p:cNvPr id="7" name="TextBox 6"/>
          <p:cNvSpPr txBox="1"/>
          <p:nvPr/>
        </p:nvSpPr>
        <p:spPr>
          <a:xfrm>
            <a:off x="1645920" y="237743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The object's type picks which override runs</a:t>
            </a:r>
          </a:p>
        </p:txBody>
      </p:sp>
      <p:sp>
        <p:nvSpPr>
          <p:cNvPr id="8" name="Oval 7"/>
          <p:cNvSpPr/>
          <p:nvPr/>
        </p:nvSpPr>
        <p:spPr>
          <a:xfrm>
            <a:off x="841248" y="3246120"/>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3</a:t>
            </a:r>
          </a:p>
        </p:txBody>
      </p:sp>
      <p:sp>
        <p:nvSpPr>
          <p:cNvPr id="9" name="TextBox 8"/>
          <p:cNvSpPr txBox="1"/>
          <p:nvPr/>
        </p:nvSpPr>
        <p:spPr>
          <a:xfrm>
            <a:off x="1645920" y="324612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Abstract class: shared state; interface: a capability</a:t>
            </a:r>
          </a:p>
        </p:txBody>
      </p:sp>
      <p:sp>
        <p:nvSpPr>
          <p:cNvPr id="10" name="Oval 9"/>
          <p:cNvSpPr/>
          <p:nvPr/>
        </p:nvSpPr>
        <p:spPr>
          <a:xfrm>
            <a:off x="841248" y="4114800"/>
            <a:ext cx="566928" cy="566928"/>
          </a:xfrm>
          <a:prstGeom prst="ellipse">
            <a:avLst/>
          </a:prstGeom>
          <a:solidFill>
            <a:srgbClr val="8C4F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4</a:t>
            </a:r>
          </a:p>
        </p:txBody>
      </p:sp>
      <p:sp>
        <p:nvSpPr>
          <p:cNvPr id="11" name="TextBox 10"/>
          <p:cNvSpPr txBox="1"/>
          <p:nvPr/>
        </p:nvSpPr>
        <p:spPr>
          <a:xfrm>
            <a:off x="1645920" y="4114800"/>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Use enums instead of magic strings</a:t>
            </a:r>
          </a:p>
        </p:txBody>
      </p:sp>
      <p:sp>
        <p:nvSpPr>
          <p:cNvPr id="12" name="Oval 11"/>
          <p:cNvSpPr/>
          <p:nvPr/>
        </p:nvSpPr>
        <p:spPr>
          <a:xfrm>
            <a:off x="841248" y="4983479"/>
            <a:ext cx="566928" cy="566928"/>
          </a:xfrm>
          <a:prstGeom prst="ellipse">
            <a:avLst/>
          </a:prstGeom>
          <a:solidFill>
            <a:srgbClr val="0366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600" b="1" i="0">
                <a:solidFill>
                  <a:srgbClr val="FFFFFF"/>
                </a:solidFill>
                <a:latin typeface="Poppins"/>
              </a:rPr>
              <a:t>5</a:t>
            </a:r>
          </a:p>
        </p:txBody>
      </p:sp>
      <p:sp>
        <p:nvSpPr>
          <p:cNvPr id="13" name="TextBox 12"/>
          <p:cNvSpPr txBox="1"/>
          <p:nvPr/>
        </p:nvSpPr>
        <p:spPr>
          <a:xfrm>
            <a:off x="1645920" y="4983479"/>
            <a:ext cx="9418320" cy="566928"/>
          </a:xfrm>
          <a:prstGeom prst="rect">
            <a:avLst/>
          </a:prstGeom>
          <a:noFill/>
        </p:spPr>
        <p:txBody>
          <a:bodyPr wrap="square" lIns="0" rIns="0" tIns="0" bIns="0" anchor="ctr">
            <a:spAutoFit/>
          </a:bodyPr>
          <a:lstStyle/>
          <a:p>
            <a:pPr algn="l">
              <a:spcAft>
                <a:spcPts val="600"/>
              </a:spcAft>
            </a:pPr>
            <a:r>
              <a:rPr sz="1800" b="0" i="0">
                <a:solidFill>
                  <a:srgbClr val="1B2433"/>
                </a:solidFill>
                <a:latin typeface="Poppins"/>
              </a:rPr>
              <a:t>Prefer HAS-A (composition) unless IS-A is truly true</a:t>
            </a:r>
          </a:p>
        </p:txBody>
      </p:sp>
    </p:spTree>
  </p:cSld>
  <p:clrMapOvr>
    <a:masterClrMapping/>
  </p:clrMapOvr>
</p:sld>
</file>

<file path=ppt/theme/theme1.xml><?xml version="1.0" encoding="utf-8"?>
<a:theme xmlns:a="http://schemas.openxmlformats.org/drawingml/2006/main" name="Office Theme">
  <a:themeElements>
    <a:clrScheme name="FlairsTech">
      <a:dk1>
        <a:sysClr val="windowText" lastClr="000000"/>
      </a:dk1>
      <a:lt1>
        <a:sysClr val="window" lastClr="FFFFFF"/>
      </a:lt1>
      <a:dk2>
        <a:srgbClr val="0E2841"/>
      </a:dk2>
      <a:lt2>
        <a:srgbClr val="E8E8E8"/>
      </a:lt2>
      <a:accent1>
        <a:srgbClr val="0366FF"/>
      </a:accent1>
      <a:accent2>
        <a:srgbClr val="8C4FF4"/>
      </a:accent2>
      <a:accent3>
        <a:srgbClr val="6FDFE2"/>
      </a:accent3>
      <a:accent4>
        <a:srgbClr val="8D98FF"/>
      </a:accent4>
      <a:accent5>
        <a:srgbClr val="6FDFE2"/>
      </a:accent5>
      <a:accent6>
        <a:srgbClr val="8D98FF"/>
      </a:accent6>
      <a:hlink>
        <a:srgbClr val="0366FF"/>
      </a:hlink>
      <a:folHlink>
        <a:srgbClr val="0366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Custom 3">
      <a:dk1>
        <a:sysClr val="windowText" lastClr="000000"/>
      </a:dk1>
      <a:lt1>
        <a:sysClr val="window" lastClr="FFFFFF"/>
      </a:lt1>
      <a:dk2>
        <a:srgbClr val="0E2841"/>
      </a:dk2>
      <a:lt2>
        <a:srgbClr val="E8E8E8"/>
      </a:lt2>
      <a:accent1>
        <a:srgbClr val="0366FF"/>
      </a:accent1>
      <a:accent2>
        <a:srgbClr val="8C4FF4"/>
      </a:accent2>
      <a:accent3>
        <a:srgbClr val="8C4FF4"/>
      </a:accent3>
      <a:accent4>
        <a:srgbClr val="8D98FF"/>
      </a:accent4>
      <a:accent5>
        <a:srgbClr val="6FDFE2"/>
      </a:accent5>
      <a:accent6>
        <a:srgbClr val="8D98FF"/>
      </a:accent6>
      <a:hlink>
        <a:srgbClr val="0366FF"/>
      </a:hlink>
      <a:folHlink>
        <a:srgbClr val="0366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c554bfa-441c-4d2e-8d7f-5905a154967e">
      <Terms xmlns="http://schemas.microsoft.com/office/infopath/2007/PartnerControls"/>
    </lcf76f155ced4ddcb4097134ff3c332f>
    <TaxCatchAll xmlns="267263e3-1fcf-48fa-b14d-81517c84331f" xsi:nil="true"/>
    <TEST xmlns="0c554bfa-441c-4d2e-8d7f-5905a15496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8597CAA107D94DBD46465D370C6836" ma:contentTypeVersion="15" ma:contentTypeDescription="Create a new document." ma:contentTypeScope="" ma:versionID="8a2f6d7c6cdf44e3d612298ede818f3f">
  <xsd:schema xmlns:xsd="http://www.w3.org/2001/XMLSchema" xmlns:xs="http://www.w3.org/2001/XMLSchema" xmlns:p="http://schemas.microsoft.com/office/2006/metadata/properties" xmlns:ns2="0c554bfa-441c-4d2e-8d7f-5905a154967e" xmlns:ns3="267263e3-1fcf-48fa-b14d-81517c84331f" targetNamespace="http://schemas.microsoft.com/office/2006/metadata/properties" ma:root="true" ma:fieldsID="50cf253f2fde9752ab1e7d332fc8c9db" ns2:_="" ns3:_="">
    <xsd:import namespace="0c554bfa-441c-4d2e-8d7f-5905a154967e"/>
    <xsd:import namespace="267263e3-1fcf-48fa-b14d-81517c84331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element ref="ns2:TES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554bfa-441c-4d2e-8d7f-5905a1549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221b6bc-48c5-41a2-80f4-3c758f11516f"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TEST" ma:index="22" nillable="true" ma:displayName="TEST" ma:format="Thumbnail" ma:internalName="TES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67263e3-1fcf-48fa-b14d-81517c8433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c5d7adb-28fd-43b1-89e6-63139f817e49}" ma:internalName="TaxCatchAll" ma:showField="CatchAllData" ma:web="267263e3-1fcf-48fa-b14d-81517c8433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4A2C8A-29A8-40EB-B812-08F2A2A15023}">
  <ds:schemaRefs>
    <ds:schemaRef ds:uri="http://schemas.microsoft.com/office/2006/documentManagement/types"/>
    <ds:schemaRef ds:uri="http://schemas.openxmlformats.org/package/2006/metadata/core-properties"/>
    <ds:schemaRef ds:uri="http://www.w3.org/XML/1998/namespace"/>
    <ds:schemaRef ds:uri="http://purl.org/dc/terms/"/>
    <ds:schemaRef ds:uri="267263e3-1fcf-48fa-b14d-81517c84331f"/>
    <ds:schemaRef ds:uri="http://purl.org/dc/elements/1.1/"/>
    <ds:schemaRef ds:uri="http://schemas.microsoft.com/office/2006/metadata/properties"/>
    <ds:schemaRef ds:uri="http://schemas.microsoft.com/office/infopath/2007/PartnerControls"/>
    <ds:schemaRef ds:uri="0c554bfa-441c-4d2e-8d7f-5905a154967e"/>
    <ds:schemaRef ds:uri="http://purl.org/dc/dcmitype/"/>
  </ds:schemaRefs>
</ds:datastoreItem>
</file>

<file path=customXml/itemProps2.xml><?xml version="1.0" encoding="utf-8"?>
<ds:datastoreItem xmlns:ds="http://schemas.openxmlformats.org/officeDocument/2006/customXml" ds:itemID="{52F0A244-F1B4-48C8-B90B-FE82002C6D3F}">
  <ds:schemaRefs>
    <ds:schemaRef ds:uri="http://schemas.microsoft.com/sharepoint/v3/contenttype/forms"/>
  </ds:schemaRefs>
</ds:datastoreItem>
</file>

<file path=customXml/itemProps3.xml><?xml version="1.0" encoding="utf-8"?>
<ds:datastoreItem xmlns:ds="http://schemas.openxmlformats.org/officeDocument/2006/customXml" ds:itemID="{9AD8C1A3-981A-4C7E-A414-9868EA333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554bfa-441c-4d2e-8d7f-5905a154967e"/>
    <ds:schemaRef ds:uri="267263e3-1fcf-48fa-b14d-81517c8433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TotalTime>0</TotalTime>
  <Application>Microsoft Office PowerPoint</Application>
  <PresentationFormat>Widescreen</PresentationFormat>
  <Slides>23</Slides>
  <Notes>23</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 Ashraf Abubakr</dc:creator>
  <cp:lastModifiedBy>Islam Kamel</cp:lastModifiedBy>
  <cp:revision>2</cp:revision>
  <dcterms:created xsi:type="dcterms:W3CDTF">2025-10-05T10:08:59Z</dcterms:created>
  <dcterms:modified xsi:type="dcterms:W3CDTF">2026-10-05T10:23:19Z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0x0101002F8597CAA107D94DBD46465D370C6836</vt:lpwstr>
  </property>
  <property fmtid="{D5CDD505-2E9C-101B-9397-08002B2CF9AE}" pid="3" name="MediaServiceImageTags">
    <vt:lpwstr/>
  </property>
</Properties>
</file>