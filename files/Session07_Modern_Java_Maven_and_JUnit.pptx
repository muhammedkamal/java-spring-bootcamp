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88" r:id="rId5"/>
  </p:sldMasterIdLst>
  <p:sldIdLst>
    <p:sldId id="350" r:id="rId34"/>
    <p:sldId id="351" r:id="rId33"/>
    <p:sldId id="352" r:id="rId32"/>
    <p:sldId id="353" r:id="rId31"/>
    <p:sldId id="354" r:id="rId30"/>
    <p:sldId id="355" r:id="rId29"/>
    <p:sldId id="356" r:id="rId28"/>
    <p:sldId id="357" r:id="rId27"/>
    <p:sldId id="358" r:id="rId26"/>
    <p:sldId id="359" r:id="rId25"/>
    <p:sldId id="360" r:id="rId24"/>
    <p:sldId id="361" r:id="rId23"/>
    <p:sldId id="362" r:id="rId22"/>
    <p:sldId id="363" r:id="rId21"/>
    <p:sldId id="364" r:id="rId20"/>
    <p:sldId id="365" r:id="rId19"/>
    <p:sldId id="366" r:id="rId18"/>
    <p:sldId id="367" r:id="rId17"/>
    <p:sldId id="368" r:id="rId16"/>
    <p:sldId id="369" r:id="rId15"/>
    <p:sldId id="370" r:id="rId14"/>
    <p:sldId id="371" r:id="rId12"/>
    <p:sldId id="372" r:id="rId11"/>
    <p:sldId id="373" r:id="rId10"/>
    <p:sldId id="374" r:id="rId9"/>
    <p:sldId id="3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9887D-4FC9-410D-9A07-46A0CF493F28}" v="1" dt="2026-05-04T12:30:37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8" Type="http://schemas.openxmlformats.org/officeDocument/2006/relationships/slide" Target="slides/slide52.xml"/><Relationship Id="rId9" Type="http://schemas.openxmlformats.org/officeDocument/2006/relationships/slide" Target="slides/slide51.xml"/><Relationship Id="rId10" Type="http://schemas.openxmlformats.org/officeDocument/2006/relationships/slide" Target="slides/slide50.xml"/><Relationship Id="rId11" Type="http://schemas.openxmlformats.org/officeDocument/2006/relationships/slide" Target="slides/slide49.xml"/><Relationship Id="rId12" Type="http://schemas.openxmlformats.org/officeDocument/2006/relationships/slide" Target="slides/slide48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47.xml"/><Relationship Id="rId15" Type="http://schemas.openxmlformats.org/officeDocument/2006/relationships/slide" Target="slides/slide46.xml"/><Relationship Id="rId16" Type="http://schemas.openxmlformats.org/officeDocument/2006/relationships/slide" Target="slides/slide45.xml"/><Relationship Id="rId17" Type="http://schemas.openxmlformats.org/officeDocument/2006/relationships/slide" Target="slides/slide44.xml"/><Relationship Id="rId18" Type="http://schemas.openxmlformats.org/officeDocument/2006/relationships/slide" Target="slides/slide43.xml"/><Relationship Id="rId19" Type="http://schemas.openxmlformats.org/officeDocument/2006/relationships/slide" Target="slides/slide42.xml"/><Relationship Id="rId20" Type="http://schemas.openxmlformats.org/officeDocument/2006/relationships/slide" Target="slides/slide41.xml"/><Relationship Id="rId21" Type="http://schemas.openxmlformats.org/officeDocument/2006/relationships/slide" Target="slides/slide40.xml"/><Relationship Id="rId22" Type="http://schemas.openxmlformats.org/officeDocument/2006/relationships/slide" Target="slides/slide39.xml"/><Relationship Id="rId23" Type="http://schemas.openxmlformats.org/officeDocument/2006/relationships/slide" Target="slides/slide38.xml"/><Relationship Id="rId24" Type="http://schemas.openxmlformats.org/officeDocument/2006/relationships/slide" Target="slides/slide37.xml"/><Relationship Id="rId25" Type="http://schemas.openxmlformats.org/officeDocument/2006/relationships/slide" Target="slides/slide36.xml"/><Relationship Id="rId26" Type="http://schemas.openxmlformats.org/officeDocument/2006/relationships/slide" Target="slides/slide35.xml"/><Relationship Id="rId27" Type="http://schemas.openxmlformats.org/officeDocument/2006/relationships/slide" Target="slides/slide34.xml"/><Relationship Id="rId28" Type="http://schemas.openxmlformats.org/officeDocument/2006/relationships/slide" Target="slides/slide33.xml"/><Relationship Id="rId29" Type="http://schemas.openxmlformats.org/officeDocument/2006/relationships/slide" Target="slides/slide32.xml"/><Relationship Id="rId30" Type="http://schemas.openxmlformats.org/officeDocument/2006/relationships/slide" Target="slides/slide31.xml"/><Relationship Id="rId31" Type="http://schemas.openxmlformats.org/officeDocument/2006/relationships/slide" Target="slides/slide30.xml"/><Relationship Id="rId32" Type="http://schemas.openxmlformats.org/officeDocument/2006/relationships/slide" Target="slides/slide29.xml"/><Relationship Id="rId33" Type="http://schemas.openxmlformats.org/officeDocument/2006/relationships/slide" Target="slides/slide28.xml"/><Relationship Id="rId34" Type="http://schemas.openxmlformats.org/officeDocument/2006/relationships/slide" Target="slides/slide27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in files/session-07. The library-v2 starter already has the pom.xml and the records; the Library methods are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mid-course checkpoint is Thursday (90 minutes, practical). This is what to rehearse in the lab. A score under 60 percent triggers a 1:1 and a catch-up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Labs 1 and 2 are single files (java Lab1StreamsWarmup.java). Lab 3 is a Maven project: open lab/starter/library-v2 in IntelliJ. Library v2 is graded as part of the individual project, so the PR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findBook, countByGenre and oldestBooks together, each with its test. Then the interns continue in Lab 3 from the starter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value first, actual second, or the failure message reads backwards. Make one test fail on purpose and read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Maven does three jobs: standard folders, dependency download, and a fixed lifecycle. In Week 5 the Spring Boot parent pom will add the versions for us. Show mvnw: the wrapper means nobody has to install Maven.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Prepare: maven-demo is in files/session-07. Run it with mvn test or the IntelliJ Maven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 one case and show the compile error: the compiler checks that every Shape is handled. Callback to Session 5 polymorphism.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block. These features appear in Spring Boot 4 code and in interview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two equal records collapse in a HashSet: no hashCode written by hand, unlike HashCodeMatters.java last time. Mention records are the shape of DTOs in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Session 6: findBook used to throw BookNotFoundException; now the caller decides what 'missing'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removes the habit of returning null. Records remove the habit of writing getters, equals and hashCode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groupingBy is the stream version of the HashMap&lt;String, List&lt;..&gt;&gt; loop they wrote in Session 6. Compare with Lab 3 and Lab 4 from last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 nothing is checked until toList(); then every element is checked in order; the second count() throws IllegalStateException because a stream is single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laziness: nothing runs until the terminal step. Run the checking-n example in StreamsBasics.java and let them read the print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 for loop that filters, transforms and collects. Then the stream version of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method reference is a lambda that only calls one method. Rewrite each one as a lambda on the board first, then shorten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functional interface has exactly one abstract method. A lambda is just a short way to implement it. Show the compiler error when a second abstract method is added to Discount.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Lambdas.java. Ask the room why minLength must not change: the lambda may run later, on another thread, so it works on a copy.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Session 6 Comparator from Sorting.java: a whole class just to compare two numbers. Today it shrinks to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back here at the end for the 1 to 5 self rating, as in the previous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blocks, in the order of the slides. Streams is the longest. Maven and JUnit come last because the afternoon lab is a Maven project: Library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session of Week 4. Library v1 PRs should be reviewed before we start. Today's tools turn Library v1 into Library v2: records, streams, Optional, Maven and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LeetCode this week: Group Anagrams (groupingBy), Top K Frequent (map plus sort), Best Time to Buy and Sell Stock. SQL 50 starts today to prepare for Session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8 is HTTP, REST and SQL with PostgreSQL. Docker must be running: check docker ps. Interns who have not installed Docker Desktop do it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with the 1 to 5 self rating against the objectives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8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sv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0.jpeg"/><Relationship Id="rId4" Type="http://schemas.openxmlformats.org/officeDocument/2006/relationships/image" Target="../media/image8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1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1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3277D6-61D2-6AFC-65EC-88AA842228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75413" y="-65988"/>
            <a:ext cx="12349112" cy="69697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CC7D7DC-0F2E-2B62-710B-701F131C89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3380" y="0"/>
            <a:ext cx="5553585" cy="5611908"/>
          </a:xfrm>
          <a:prstGeom prst="rect">
            <a:avLst/>
          </a:prstGeom>
        </p:spPr>
      </p:pic>
      <p:sp>
        <p:nvSpPr>
          <p:cNvPr id="10" name="Picture Placeholder 70">
            <a:extLst>
              <a:ext uri="{FF2B5EF4-FFF2-40B4-BE49-F238E27FC236}">
                <a16:creationId xmlns:a16="http://schemas.microsoft.com/office/drawing/2014/main" id="{33C6576E-AA77-204E-BAA1-F6ACD60226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006" y="144369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64930-A986-5A1B-B9ED-C10FCF2B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494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3" name="Picture Placeholder 59">
            <a:extLst>
              <a:ext uri="{FF2B5EF4-FFF2-40B4-BE49-F238E27FC236}">
                <a16:creationId xmlns:a16="http://schemas.microsoft.com/office/drawing/2014/main" id="{C17C03D7-BFB3-0407-ABDF-E8A9FD6264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5387" y="0"/>
            <a:ext cx="5264150" cy="5872423"/>
          </a:xfrm>
          <a:custGeom>
            <a:avLst/>
            <a:gdLst>
              <a:gd name="connsiteX0" fmla="*/ 0 w 5264150"/>
              <a:gd name="connsiteY0" fmla="*/ 2948796 h 5872423"/>
              <a:gd name="connsiteX1" fmla="*/ 2645418 w 5264150"/>
              <a:gd name="connsiteY1" fmla="*/ 2948796 h 5872423"/>
              <a:gd name="connsiteX2" fmla="*/ 5261511 w 5264150"/>
              <a:gd name="connsiteY2" fmla="*/ 2948796 h 5872423"/>
              <a:gd name="connsiteX3" fmla="*/ 5264150 w 5264150"/>
              <a:gd name="connsiteY3" fmla="*/ 2948796 h 5872423"/>
              <a:gd name="connsiteX4" fmla="*/ 5264150 w 5264150"/>
              <a:gd name="connsiteY4" fmla="*/ 5872423 h 5872423"/>
              <a:gd name="connsiteX5" fmla="*/ 4980322 w 5264150"/>
              <a:gd name="connsiteY5" fmla="*/ 5872423 h 5872423"/>
              <a:gd name="connsiteX6" fmla="*/ 2657464 w 5264150"/>
              <a:gd name="connsiteY6" fmla="*/ 3775313 h 5872423"/>
              <a:gd name="connsiteX7" fmla="*/ 2645418 w 5264150"/>
              <a:gd name="connsiteY7" fmla="*/ 3538785 h 5872423"/>
              <a:gd name="connsiteX8" fmla="*/ 2645418 w 5264150"/>
              <a:gd name="connsiteY8" fmla="*/ 5872423 h 5872423"/>
              <a:gd name="connsiteX9" fmla="*/ 2334516 w 5264150"/>
              <a:gd name="connsiteY9" fmla="*/ 5872423 h 5872423"/>
              <a:gd name="connsiteX10" fmla="*/ 11726 w 5264150"/>
              <a:gd name="connsiteY10" fmla="*/ 3775370 h 5872423"/>
              <a:gd name="connsiteX11" fmla="*/ 0 w 5264150"/>
              <a:gd name="connsiteY11" fmla="*/ 3545136 h 5872423"/>
              <a:gd name="connsiteX12" fmla="*/ 0 w 5264150"/>
              <a:gd name="connsiteY12" fmla="*/ 0 h 5872423"/>
              <a:gd name="connsiteX13" fmla="*/ 2645418 w 5264150"/>
              <a:gd name="connsiteY13" fmla="*/ 0 h 5872423"/>
              <a:gd name="connsiteX14" fmla="*/ 2653008 w 5264150"/>
              <a:gd name="connsiteY14" fmla="*/ 0 h 5872423"/>
              <a:gd name="connsiteX15" fmla="*/ 2675132 w 5264150"/>
              <a:gd name="connsiteY15" fmla="*/ 0 h 5872423"/>
              <a:gd name="connsiteX16" fmla="*/ 2710820 w 5264150"/>
              <a:gd name="connsiteY16" fmla="*/ 0 h 5872423"/>
              <a:gd name="connsiteX17" fmla="*/ 2759105 w 5264150"/>
              <a:gd name="connsiteY17" fmla="*/ 0 h 5872423"/>
              <a:gd name="connsiteX18" fmla="*/ 2819017 w 5264150"/>
              <a:gd name="connsiteY18" fmla="*/ 0 h 5872423"/>
              <a:gd name="connsiteX19" fmla="*/ 2889587 w 5264150"/>
              <a:gd name="connsiteY19" fmla="*/ 0 h 5872423"/>
              <a:gd name="connsiteX20" fmla="*/ 2969846 w 5264150"/>
              <a:gd name="connsiteY20" fmla="*/ 0 h 5872423"/>
              <a:gd name="connsiteX21" fmla="*/ 3058825 w 5264150"/>
              <a:gd name="connsiteY21" fmla="*/ 0 h 5872423"/>
              <a:gd name="connsiteX22" fmla="*/ 3155556 w 5264150"/>
              <a:gd name="connsiteY22" fmla="*/ 0 h 5872423"/>
              <a:gd name="connsiteX23" fmla="*/ 3259070 w 5264150"/>
              <a:gd name="connsiteY23" fmla="*/ 0 h 5872423"/>
              <a:gd name="connsiteX24" fmla="*/ 3482568 w 5264150"/>
              <a:gd name="connsiteY24" fmla="*/ 0 h 5872423"/>
              <a:gd name="connsiteX25" fmla="*/ 3721569 w 5264150"/>
              <a:gd name="connsiteY25" fmla="*/ 0 h 5872423"/>
              <a:gd name="connsiteX26" fmla="*/ 3968322 w 5264150"/>
              <a:gd name="connsiteY26" fmla="*/ 0 h 5872423"/>
              <a:gd name="connsiteX27" fmla="*/ 4215074 w 5264150"/>
              <a:gd name="connsiteY27" fmla="*/ 0 h 5872423"/>
              <a:gd name="connsiteX28" fmla="*/ 4454075 w 5264150"/>
              <a:gd name="connsiteY28" fmla="*/ 0 h 5872423"/>
              <a:gd name="connsiteX29" fmla="*/ 4677574 w 5264150"/>
              <a:gd name="connsiteY29" fmla="*/ 0 h 5872423"/>
              <a:gd name="connsiteX30" fmla="*/ 4781087 w 5264150"/>
              <a:gd name="connsiteY30" fmla="*/ 0 h 5872423"/>
              <a:gd name="connsiteX31" fmla="*/ 4877818 w 5264150"/>
              <a:gd name="connsiteY31" fmla="*/ 0 h 5872423"/>
              <a:gd name="connsiteX32" fmla="*/ 4966797 w 5264150"/>
              <a:gd name="connsiteY32" fmla="*/ 0 h 5872423"/>
              <a:gd name="connsiteX33" fmla="*/ 5047056 w 5264150"/>
              <a:gd name="connsiteY33" fmla="*/ 0 h 5872423"/>
              <a:gd name="connsiteX34" fmla="*/ 5117626 w 5264150"/>
              <a:gd name="connsiteY34" fmla="*/ 0 h 5872423"/>
              <a:gd name="connsiteX35" fmla="*/ 5177538 w 5264150"/>
              <a:gd name="connsiteY35" fmla="*/ 0 h 5872423"/>
              <a:gd name="connsiteX36" fmla="*/ 5225823 w 5264150"/>
              <a:gd name="connsiteY36" fmla="*/ 0 h 5872423"/>
              <a:gd name="connsiteX37" fmla="*/ 5261511 w 5264150"/>
              <a:gd name="connsiteY37" fmla="*/ 0 h 5872423"/>
              <a:gd name="connsiteX38" fmla="*/ 5264150 w 5264150"/>
              <a:gd name="connsiteY38" fmla="*/ 0 h 5872423"/>
              <a:gd name="connsiteX39" fmla="*/ 5264150 w 5264150"/>
              <a:gd name="connsiteY39" fmla="*/ 2923627 h 5872423"/>
              <a:gd name="connsiteX40" fmla="*/ 4980322 w 5264150"/>
              <a:gd name="connsiteY40" fmla="*/ 2923627 h 5872423"/>
              <a:gd name="connsiteX41" fmla="*/ 2657464 w 5264150"/>
              <a:gd name="connsiteY41" fmla="*/ 826517 h 5872423"/>
              <a:gd name="connsiteX42" fmla="*/ 2645418 w 5264150"/>
              <a:gd name="connsiteY42" fmla="*/ 589989 h 5872423"/>
              <a:gd name="connsiteX43" fmla="*/ 2645418 w 5264150"/>
              <a:gd name="connsiteY43" fmla="*/ 2923627 h 5872423"/>
              <a:gd name="connsiteX44" fmla="*/ 2334516 w 5264150"/>
              <a:gd name="connsiteY44" fmla="*/ 2923627 h 5872423"/>
              <a:gd name="connsiteX45" fmla="*/ 11726 w 5264150"/>
              <a:gd name="connsiteY45" fmla="*/ 826573 h 5872423"/>
              <a:gd name="connsiteX46" fmla="*/ 0 w 5264150"/>
              <a:gd name="connsiteY46" fmla="*/ 596340 h 587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5264150" h="5872423">
                <a:moveTo>
                  <a:pt x="0" y="2948796"/>
                </a:moveTo>
                <a:lnTo>
                  <a:pt x="2645418" y="2948796"/>
                </a:lnTo>
                <a:cubicBezTo>
                  <a:pt x="2645418" y="2948796"/>
                  <a:pt x="4970834" y="2948796"/>
                  <a:pt x="5261511" y="2948796"/>
                </a:cubicBezTo>
                <a:lnTo>
                  <a:pt x="5264150" y="2948796"/>
                </a:lnTo>
                <a:lnTo>
                  <a:pt x="5264150" y="5872423"/>
                </a:lnTo>
                <a:lnTo>
                  <a:pt x="4980322" y="5872423"/>
                </a:lnTo>
                <a:cubicBezTo>
                  <a:pt x="3776390" y="5872423"/>
                  <a:pt x="2777609" y="4948947"/>
                  <a:pt x="2657464" y="3775313"/>
                </a:cubicBezTo>
                <a:lnTo>
                  <a:pt x="2645418" y="3538785"/>
                </a:lnTo>
                <a:lnTo>
                  <a:pt x="2645418" y="5872423"/>
                </a:lnTo>
                <a:lnTo>
                  <a:pt x="2334516" y="5872423"/>
                </a:lnTo>
                <a:cubicBezTo>
                  <a:pt x="1130584" y="5872487"/>
                  <a:pt x="131863" y="4948955"/>
                  <a:pt x="11726" y="3775370"/>
                </a:cubicBezTo>
                <a:lnTo>
                  <a:pt x="0" y="3545136"/>
                </a:lnTo>
                <a:close/>
                <a:moveTo>
                  <a:pt x="0" y="0"/>
                </a:moveTo>
                <a:lnTo>
                  <a:pt x="2645418" y="0"/>
                </a:lnTo>
                <a:lnTo>
                  <a:pt x="2653008" y="0"/>
                </a:lnTo>
                <a:lnTo>
                  <a:pt x="2675132" y="0"/>
                </a:lnTo>
                <a:lnTo>
                  <a:pt x="2710820" y="0"/>
                </a:lnTo>
                <a:lnTo>
                  <a:pt x="2759105" y="0"/>
                </a:lnTo>
                <a:lnTo>
                  <a:pt x="2819017" y="0"/>
                </a:lnTo>
                <a:lnTo>
                  <a:pt x="2889587" y="0"/>
                </a:lnTo>
                <a:lnTo>
                  <a:pt x="2969846" y="0"/>
                </a:lnTo>
                <a:lnTo>
                  <a:pt x="3058825" y="0"/>
                </a:lnTo>
                <a:lnTo>
                  <a:pt x="3155556" y="0"/>
                </a:lnTo>
                <a:lnTo>
                  <a:pt x="3259070" y="0"/>
                </a:lnTo>
                <a:lnTo>
                  <a:pt x="3482568" y="0"/>
                </a:lnTo>
                <a:lnTo>
                  <a:pt x="3721569" y="0"/>
                </a:lnTo>
                <a:lnTo>
                  <a:pt x="3968322" y="0"/>
                </a:lnTo>
                <a:lnTo>
                  <a:pt x="4215074" y="0"/>
                </a:lnTo>
                <a:lnTo>
                  <a:pt x="4454075" y="0"/>
                </a:lnTo>
                <a:lnTo>
                  <a:pt x="4677574" y="0"/>
                </a:lnTo>
                <a:lnTo>
                  <a:pt x="4781087" y="0"/>
                </a:lnTo>
                <a:lnTo>
                  <a:pt x="4877818" y="0"/>
                </a:lnTo>
                <a:lnTo>
                  <a:pt x="4966797" y="0"/>
                </a:lnTo>
                <a:lnTo>
                  <a:pt x="5047056" y="0"/>
                </a:lnTo>
                <a:lnTo>
                  <a:pt x="5117626" y="0"/>
                </a:lnTo>
                <a:lnTo>
                  <a:pt x="5177538" y="0"/>
                </a:lnTo>
                <a:lnTo>
                  <a:pt x="5225823" y="0"/>
                </a:lnTo>
                <a:lnTo>
                  <a:pt x="5261511" y="0"/>
                </a:lnTo>
                <a:lnTo>
                  <a:pt x="5264150" y="0"/>
                </a:lnTo>
                <a:lnTo>
                  <a:pt x="5264150" y="2923627"/>
                </a:lnTo>
                <a:lnTo>
                  <a:pt x="4980322" y="2923627"/>
                </a:lnTo>
                <a:cubicBezTo>
                  <a:pt x="3776390" y="2923627"/>
                  <a:pt x="2777609" y="2000151"/>
                  <a:pt x="2657464" y="826517"/>
                </a:cubicBezTo>
                <a:lnTo>
                  <a:pt x="2645418" y="589989"/>
                </a:lnTo>
                <a:lnTo>
                  <a:pt x="2645418" y="2923627"/>
                </a:lnTo>
                <a:lnTo>
                  <a:pt x="2334516" y="2923627"/>
                </a:lnTo>
                <a:cubicBezTo>
                  <a:pt x="1130584" y="2923627"/>
                  <a:pt x="131863" y="2000151"/>
                  <a:pt x="11726" y="826573"/>
                </a:cubicBezTo>
                <a:lnTo>
                  <a:pt x="0" y="5963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3102D45-6656-5362-E45D-93BF18999A6C}"/>
              </a:ext>
            </a:extLst>
          </p:cNvPr>
          <p:cNvSpPr/>
          <p:nvPr userDrawn="1"/>
        </p:nvSpPr>
        <p:spPr>
          <a:xfrm>
            <a:off x="6285353" y="2948796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95"/>
                  <a:pt x="0" y="1872916"/>
                  <a:pt x="0" y="588722"/>
                </a:cubicBezTo>
                <a:close/>
              </a:path>
            </a:pathLst>
          </a:custGeom>
          <a:solidFill>
            <a:srgbClr val="8C4FF4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E16BA-4DD0-FB4A-DB15-246E75CAC060}"/>
              </a:ext>
            </a:extLst>
          </p:cNvPr>
          <p:cNvSpPr/>
          <p:nvPr userDrawn="1"/>
        </p:nvSpPr>
        <p:spPr>
          <a:xfrm>
            <a:off x="8931091" y="2948796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575A453-E756-D1D8-0B17-E9A4133E8BBD}"/>
              </a:ext>
            </a:extLst>
          </p:cNvPr>
          <p:cNvSpPr/>
          <p:nvPr userDrawn="1"/>
        </p:nvSpPr>
        <p:spPr>
          <a:xfrm>
            <a:off x="6285353" y="0"/>
            <a:ext cx="2645806" cy="2923626"/>
          </a:xfrm>
          <a:custGeom>
            <a:avLst/>
            <a:gdLst>
              <a:gd name="connsiteX0" fmla="*/ 0 w 2645806"/>
              <a:gd name="connsiteY0" fmla="*/ 588722 h 2923626"/>
              <a:gd name="connsiteX1" fmla="*/ 0 w 2645806"/>
              <a:gd name="connsiteY1" fmla="*/ 0 h 2923626"/>
              <a:gd name="connsiteX2" fmla="*/ 2645806 w 2645806"/>
              <a:gd name="connsiteY2" fmla="*/ 0 h 2923626"/>
              <a:gd name="connsiteX3" fmla="*/ 2645806 w 2645806"/>
              <a:gd name="connsiteY3" fmla="*/ 2923627 h 2923626"/>
              <a:gd name="connsiteX4" fmla="*/ 2334904 w 2645806"/>
              <a:gd name="connsiteY4" fmla="*/ 2923627 h 2923626"/>
              <a:gd name="connsiteX5" fmla="*/ 0 w 2645806"/>
              <a:gd name="connsiteY5" fmla="*/ 588722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06" h="2923626">
                <a:moveTo>
                  <a:pt x="0" y="588722"/>
                </a:moveTo>
                <a:lnTo>
                  <a:pt x="0" y="0"/>
                </a:lnTo>
                <a:lnTo>
                  <a:pt x="2645806" y="0"/>
                </a:lnTo>
                <a:lnTo>
                  <a:pt x="2645806" y="2923627"/>
                </a:lnTo>
                <a:lnTo>
                  <a:pt x="2334904" y="2923627"/>
                </a:lnTo>
                <a:cubicBezTo>
                  <a:pt x="1050710" y="2923627"/>
                  <a:pt x="0" y="1872916"/>
                  <a:pt x="0" y="588722"/>
                </a:cubicBezTo>
                <a:close/>
              </a:path>
            </a:pathLst>
          </a:custGeom>
          <a:solidFill>
            <a:srgbClr val="B9B9FC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ED83FEC-2FAC-1044-ADB0-FB8101097D84}"/>
              </a:ext>
            </a:extLst>
          </p:cNvPr>
          <p:cNvSpPr/>
          <p:nvPr userDrawn="1"/>
        </p:nvSpPr>
        <p:spPr>
          <a:xfrm>
            <a:off x="8931091" y="0"/>
            <a:ext cx="2645874" cy="2923626"/>
          </a:xfrm>
          <a:custGeom>
            <a:avLst/>
            <a:gdLst>
              <a:gd name="connsiteX0" fmla="*/ 68 w 2645874"/>
              <a:gd name="connsiteY0" fmla="*/ 588722 h 2923626"/>
              <a:gd name="connsiteX1" fmla="*/ 68 w 2645874"/>
              <a:gd name="connsiteY1" fmla="*/ 0 h 2923626"/>
              <a:gd name="connsiteX2" fmla="*/ 2645875 w 2645874"/>
              <a:gd name="connsiteY2" fmla="*/ 0 h 2923626"/>
              <a:gd name="connsiteX3" fmla="*/ 2645875 w 2645874"/>
              <a:gd name="connsiteY3" fmla="*/ 2923627 h 2923626"/>
              <a:gd name="connsiteX4" fmla="*/ 2334972 w 2645874"/>
              <a:gd name="connsiteY4" fmla="*/ 2923627 h 2923626"/>
              <a:gd name="connsiteX5" fmla="*/ 0 w 2645874"/>
              <a:gd name="connsiteY5" fmla="*/ 588654 h 2923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45874" h="2923626">
                <a:moveTo>
                  <a:pt x="68" y="588722"/>
                </a:moveTo>
                <a:lnTo>
                  <a:pt x="68" y="0"/>
                </a:lnTo>
                <a:cubicBezTo>
                  <a:pt x="68" y="0"/>
                  <a:pt x="2645875" y="0"/>
                  <a:pt x="2645875" y="0"/>
                </a:cubicBezTo>
                <a:lnTo>
                  <a:pt x="2645875" y="2923627"/>
                </a:lnTo>
                <a:lnTo>
                  <a:pt x="2334972" y="2923627"/>
                </a:lnTo>
                <a:cubicBezTo>
                  <a:pt x="1050778" y="2923627"/>
                  <a:pt x="0" y="1872916"/>
                  <a:pt x="0" y="588654"/>
                </a:cubicBezTo>
                <a:close/>
              </a:path>
            </a:pathLst>
          </a:custGeom>
          <a:solidFill>
            <a:srgbClr val="0366FF">
              <a:alpha val="4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19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1E70DFD6-7FCD-6AAB-D023-01BF81F148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0"/>
            <a:ext cx="12257988" cy="6897461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F9B7A9F-0150-5A4A-DF4E-BB51497E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CBF3523-E514-2685-CF6F-5F33EB5D2737}"/>
              </a:ext>
            </a:extLst>
          </p:cNvPr>
          <p:cNvSpPr/>
          <p:nvPr userDrawn="1"/>
        </p:nvSpPr>
        <p:spPr>
          <a:xfrm>
            <a:off x="6695388" y="635372"/>
            <a:ext cx="4713402" cy="38084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52C24-7E8B-B9ED-272A-43B71A20D1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1707464"/>
            <a:ext cx="4707024" cy="3790437"/>
          </a:xfrm>
          <a:custGeom>
            <a:avLst/>
            <a:gdLst>
              <a:gd name="connsiteX0" fmla="*/ 490410 w 4707024"/>
              <a:gd name="connsiteY0" fmla="*/ 0 h 3790437"/>
              <a:gd name="connsiteX1" fmla="*/ 4222993 w 4707024"/>
              <a:gd name="connsiteY1" fmla="*/ 0 h 3790437"/>
              <a:gd name="connsiteX2" fmla="*/ 4325725 w 4707024"/>
              <a:gd name="connsiteY2" fmla="*/ 31890 h 3790437"/>
              <a:gd name="connsiteX3" fmla="*/ 4700506 w 4707024"/>
              <a:gd name="connsiteY3" fmla="*/ 488835 h 3790437"/>
              <a:gd name="connsiteX4" fmla="*/ 4707024 w 4707024"/>
              <a:gd name="connsiteY4" fmla="*/ 553491 h 3790437"/>
              <a:gd name="connsiteX5" fmla="*/ 4707024 w 4707024"/>
              <a:gd name="connsiteY5" fmla="*/ 3218955 h 3790437"/>
              <a:gd name="connsiteX6" fmla="*/ 4700506 w 4707024"/>
              <a:gd name="connsiteY6" fmla="*/ 3283610 h 3790437"/>
              <a:gd name="connsiteX7" fmla="*/ 4078651 w 4707024"/>
              <a:gd name="connsiteY7" fmla="*/ 3790437 h 3790437"/>
              <a:gd name="connsiteX8" fmla="*/ 634751 w 4707024"/>
              <a:gd name="connsiteY8" fmla="*/ 3790437 h 3790437"/>
              <a:gd name="connsiteX9" fmla="*/ 0 w 4707024"/>
              <a:gd name="connsiteY9" fmla="*/ 3155686 h 3790437"/>
              <a:gd name="connsiteX10" fmla="*/ 0 w 4707024"/>
              <a:gd name="connsiteY10" fmla="*/ 616759 h 3790437"/>
              <a:gd name="connsiteX11" fmla="*/ 387678 w 4707024"/>
              <a:gd name="connsiteY11" fmla="*/ 31890 h 3790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07024" h="3790437">
                <a:moveTo>
                  <a:pt x="490410" y="0"/>
                </a:moveTo>
                <a:lnTo>
                  <a:pt x="4222993" y="0"/>
                </a:lnTo>
                <a:lnTo>
                  <a:pt x="4325725" y="31890"/>
                </a:lnTo>
                <a:cubicBezTo>
                  <a:pt x="4515576" y="112190"/>
                  <a:pt x="4658229" y="282231"/>
                  <a:pt x="4700506" y="488835"/>
                </a:cubicBezTo>
                <a:lnTo>
                  <a:pt x="4707024" y="553491"/>
                </a:lnTo>
                <a:lnTo>
                  <a:pt x="4707024" y="3218955"/>
                </a:lnTo>
                <a:lnTo>
                  <a:pt x="4700506" y="3283610"/>
                </a:lnTo>
                <a:cubicBezTo>
                  <a:pt x="4641318" y="3572856"/>
                  <a:pt x="4385394" y="3790437"/>
                  <a:pt x="4078651" y="3790437"/>
                </a:cubicBezTo>
                <a:lnTo>
                  <a:pt x="634751" y="3790437"/>
                </a:lnTo>
                <a:cubicBezTo>
                  <a:pt x="284188" y="3790437"/>
                  <a:pt x="0" y="3506249"/>
                  <a:pt x="0" y="3155686"/>
                </a:cubicBezTo>
                <a:lnTo>
                  <a:pt x="0" y="616759"/>
                </a:lnTo>
                <a:cubicBezTo>
                  <a:pt x="0" y="353837"/>
                  <a:pt x="159856" y="128251"/>
                  <a:pt x="387678" y="3189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A3BC47C-99B6-20BF-D68B-A66F46B7A5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4" y="-113122"/>
            <a:ext cx="12334974" cy="7010583"/>
          </a:xfrm>
          <a:prstGeom prst="rect">
            <a:avLst/>
          </a:prstGeom>
        </p:spPr>
      </p:pic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9EF7A263-0527-9E4C-94C9-B2AB772A41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6C945C-7127-3582-1911-80FBD40D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78C6700-8060-24F9-DC2F-AE22C6C88B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3362" y="441491"/>
            <a:ext cx="3185230" cy="57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E3F2709-2A59-D5BA-77B4-FD75FE7371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4841" y="-199717"/>
            <a:ext cx="12367967" cy="7085998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8C654080-D3CC-4B13-1F27-F4787DC9CBF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329939"/>
            <a:ext cx="5547845" cy="5704028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7D827F-A890-DEEA-4C50-C529607FA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78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BC4D355-D07A-C443-FE67-FC51A3D22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2995" y="-113122"/>
            <a:ext cx="12459025" cy="7010583"/>
          </a:xfrm>
          <a:prstGeom prst="rect">
            <a:avLst/>
          </a:prstGeom>
        </p:spPr>
      </p:pic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4448553-4F90-3088-4944-11C66514BE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12819" y="565607"/>
            <a:ext cx="5037054" cy="5468359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B4C912-1FCD-8D8B-21E2-7747A9510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035" y="2294199"/>
            <a:ext cx="5264150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0722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9E7EFE18-FED0-FDAE-5670-7615BB1536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0"/>
            <a:ext cx="12330260" cy="69381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C7121F9-03BE-C8DA-B22C-FD5C2DDC182D}"/>
              </a:ext>
            </a:extLst>
          </p:cNvPr>
          <p:cNvSpPr/>
          <p:nvPr userDrawn="1"/>
        </p:nvSpPr>
        <p:spPr>
          <a:xfrm>
            <a:off x="7899662" y="0"/>
            <a:ext cx="2988297" cy="6938128"/>
          </a:xfrm>
          <a:prstGeom prst="rect">
            <a:avLst/>
          </a:prstGeom>
          <a:solidFill>
            <a:srgbClr val="B9B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0CAEFC-B65C-032B-DFB8-E941811AA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45784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8165F00-7FAA-6193-FE34-3C59CAE7AAE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34054" y="1442301"/>
            <a:ext cx="4019746" cy="4626852"/>
          </a:xfrm>
          <a:custGeom>
            <a:avLst/>
            <a:gdLst>
              <a:gd name="connsiteX0" fmla="*/ 808104 w 5547845"/>
              <a:gd name="connsiteY0" fmla="*/ 0 h 5704028"/>
              <a:gd name="connsiteX1" fmla="*/ 4739741 w 5547845"/>
              <a:gd name="connsiteY1" fmla="*/ 0 h 5704028"/>
              <a:gd name="connsiteX2" fmla="*/ 5547845 w 5547845"/>
              <a:gd name="connsiteY2" fmla="*/ 830854 h 5704028"/>
              <a:gd name="connsiteX3" fmla="*/ 5547845 w 5547845"/>
              <a:gd name="connsiteY3" fmla="*/ 4873175 h 5704028"/>
              <a:gd name="connsiteX4" fmla="*/ 4739741 w 5547845"/>
              <a:gd name="connsiteY4" fmla="*/ 5704028 h 5704028"/>
              <a:gd name="connsiteX5" fmla="*/ 808104 w 5547845"/>
              <a:gd name="connsiteY5" fmla="*/ 5704028 h 5704028"/>
              <a:gd name="connsiteX6" fmla="*/ 0 w 5547845"/>
              <a:gd name="connsiteY6" fmla="*/ 4873175 h 5704028"/>
              <a:gd name="connsiteX7" fmla="*/ 0 w 5547845"/>
              <a:gd name="connsiteY7" fmla="*/ 830853 h 5704028"/>
              <a:gd name="connsiteX8" fmla="*/ 808104 w 5547845"/>
              <a:gd name="connsiteY8" fmla="*/ 0 h 5704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47845" h="5704028">
                <a:moveTo>
                  <a:pt x="808104" y="0"/>
                </a:moveTo>
                <a:lnTo>
                  <a:pt x="4739741" y="0"/>
                </a:lnTo>
                <a:cubicBezTo>
                  <a:pt x="5186045" y="0"/>
                  <a:pt x="5547845" y="371986"/>
                  <a:pt x="5547845" y="830854"/>
                </a:cubicBezTo>
                <a:lnTo>
                  <a:pt x="5547845" y="4873175"/>
                </a:lnTo>
                <a:cubicBezTo>
                  <a:pt x="5547845" y="5332043"/>
                  <a:pt x="5186045" y="5704028"/>
                  <a:pt x="4739741" y="5704028"/>
                </a:cubicBezTo>
                <a:lnTo>
                  <a:pt x="808104" y="5704028"/>
                </a:lnTo>
                <a:cubicBezTo>
                  <a:pt x="361800" y="5704028"/>
                  <a:pt x="0" y="5332043"/>
                  <a:pt x="0" y="4873175"/>
                </a:cubicBezTo>
                <a:lnTo>
                  <a:pt x="0" y="830853"/>
                </a:lnTo>
                <a:cubicBezTo>
                  <a:pt x="0" y="371986"/>
                  <a:pt x="361800" y="0"/>
                  <a:pt x="80810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B12FD6-7B0A-BF80-BFF7-81C7E7234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9961" y="2807812"/>
            <a:ext cx="974006" cy="13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1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55ADADA-7206-710F-41F6-660194BFB8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5988" y="-207390"/>
            <a:ext cx="12330260" cy="714551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EA12D95-43DB-3799-A16F-9B17CF3A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91F24F-8A5B-5730-704E-3D3A4BCE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D9DD47-7DB4-5925-2826-2DF8CA13CF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0998" y="441491"/>
            <a:ext cx="3185230" cy="5773230"/>
          </a:xfrm>
          <a:prstGeom prst="rect">
            <a:avLst/>
          </a:prstGeom>
        </p:spPr>
      </p:pic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4B7E1533-AD56-6B22-5E91-601A2195A9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58148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25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A85556-F773-FF45-9EB7-E8695758FD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213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4D7551-AD66-CA46-4CE5-C93FF0C39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876300"/>
            <a:ext cx="5795193" cy="1141578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F4A152-11CA-8B2C-21AE-D5766A8794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5" name="Picture Placeholder 15">
            <a:extLst>
              <a:ext uri="{FF2B5EF4-FFF2-40B4-BE49-F238E27FC236}">
                <a16:creationId xmlns:a16="http://schemas.microsoft.com/office/drawing/2014/main" id="{E2DFB00C-A418-E60B-ACB1-DBB9AF0C77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97228" y="1498862"/>
            <a:ext cx="4940697" cy="4565877"/>
          </a:xfrm>
          <a:custGeom>
            <a:avLst/>
            <a:gdLst>
              <a:gd name="connsiteX0" fmla="*/ 1831111 w 5564187"/>
              <a:gd name="connsiteY0" fmla="*/ 0 h 5142067"/>
              <a:gd name="connsiteX1" fmla="*/ 5106263 w 5564187"/>
              <a:gd name="connsiteY1" fmla="*/ 0 h 5142067"/>
              <a:gd name="connsiteX2" fmla="*/ 5193803 w 5564187"/>
              <a:gd name="connsiteY2" fmla="*/ 27174 h 5142067"/>
              <a:gd name="connsiteX3" fmla="*/ 5564187 w 5564187"/>
              <a:gd name="connsiteY3" fmla="*/ 585954 h 5142067"/>
              <a:gd name="connsiteX4" fmla="*/ 5564187 w 5564187"/>
              <a:gd name="connsiteY4" fmla="*/ 3011630 h 5142067"/>
              <a:gd name="connsiteX5" fmla="*/ 4957750 w 5564187"/>
              <a:gd name="connsiteY5" fmla="*/ 3618067 h 5142067"/>
              <a:gd name="connsiteX6" fmla="*/ 2554287 w 5564187"/>
              <a:gd name="connsiteY6" fmla="*/ 3618067 h 5142067"/>
              <a:gd name="connsiteX7" fmla="*/ 2554287 w 5564187"/>
              <a:gd name="connsiteY7" fmla="*/ 4725897 h 5142067"/>
              <a:gd name="connsiteX8" fmla="*/ 2138117 w 5564187"/>
              <a:gd name="connsiteY8" fmla="*/ 5142067 h 5142067"/>
              <a:gd name="connsiteX9" fmla="*/ 415400 w 5564187"/>
              <a:gd name="connsiteY9" fmla="*/ 5142067 h 5142067"/>
              <a:gd name="connsiteX10" fmla="*/ 7685 w 5564187"/>
              <a:gd name="connsiteY10" fmla="*/ 4809770 h 5142067"/>
              <a:gd name="connsiteX11" fmla="*/ 0 w 5564187"/>
              <a:gd name="connsiteY11" fmla="*/ 4733536 h 5142067"/>
              <a:gd name="connsiteX12" fmla="*/ 0 w 5564187"/>
              <a:gd name="connsiteY12" fmla="*/ 3053627 h 5142067"/>
              <a:gd name="connsiteX13" fmla="*/ 7685 w 5564187"/>
              <a:gd name="connsiteY13" fmla="*/ 2977392 h 5142067"/>
              <a:gd name="connsiteX14" fmla="*/ 415400 w 5564187"/>
              <a:gd name="connsiteY14" fmla="*/ 2645095 h 5142067"/>
              <a:gd name="connsiteX15" fmla="*/ 1373187 w 5564187"/>
              <a:gd name="connsiteY15" fmla="*/ 2645095 h 5142067"/>
              <a:gd name="connsiteX16" fmla="*/ 1373187 w 5564187"/>
              <a:gd name="connsiteY16" fmla="*/ 585954 h 5142067"/>
              <a:gd name="connsiteX17" fmla="*/ 1743572 w 5564187"/>
              <a:gd name="connsiteY17" fmla="*/ 27174 h 5142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564187" h="5142067">
                <a:moveTo>
                  <a:pt x="1831111" y="0"/>
                </a:moveTo>
                <a:lnTo>
                  <a:pt x="5106263" y="0"/>
                </a:lnTo>
                <a:lnTo>
                  <a:pt x="5193803" y="27174"/>
                </a:lnTo>
                <a:cubicBezTo>
                  <a:pt x="5411462" y="119236"/>
                  <a:pt x="5564187" y="334760"/>
                  <a:pt x="5564187" y="585954"/>
                </a:cubicBezTo>
                <a:lnTo>
                  <a:pt x="5564187" y="3011630"/>
                </a:lnTo>
                <a:cubicBezTo>
                  <a:pt x="5564187" y="3346556"/>
                  <a:pt x="5292676" y="3618067"/>
                  <a:pt x="4957750" y="3618067"/>
                </a:cubicBezTo>
                <a:lnTo>
                  <a:pt x="2554287" y="3618067"/>
                </a:lnTo>
                <a:lnTo>
                  <a:pt x="2554287" y="4725897"/>
                </a:lnTo>
                <a:cubicBezTo>
                  <a:pt x="2554287" y="4955741"/>
                  <a:pt x="2367961" y="5142067"/>
                  <a:pt x="2138117" y="5142067"/>
                </a:cubicBezTo>
                <a:lnTo>
                  <a:pt x="415400" y="5142067"/>
                </a:lnTo>
                <a:cubicBezTo>
                  <a:pt x="214287" y="5142067"/>
                  <a:pt x="46492" y="4999411"/>
                  <a:pt x="7685" y="4809770"/>
                </a:cubicBezTo>
                <a:lnTo>
                  <a:pt x="0" y="4733536"/>
                </a:lnTo>
                <a:lnTo>
                  <a:pt x="0" y="3053627"/>
                </a:lnTo>
                <a:lnTo>
                  <a:pt x="7685" y="2977392"/>
                </a:lnTo>
                <a:cubicBezTo>
                  <a:pt x="46492" y="2787751"/>
                  <a:pt x="214287" y="2645095"/>
                  <a:pt x="415400" y="2645095"/>
                </a:cubicBezTo>
                <a:lnTo>
                  <a:pt x="1373187" y="2645095"/>
                </a:lnTo>
                <a:lnTo>
                  <a:pt x="1373187" y="585954"/>
                </a:lnTo>
                <a:cubicBezTo>
                  <a:pt x="1373187" y="334760"/>
                  <a:pt x="1525912" y="119236"/>
                  <a:pt x="1743572" y="27174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6C1D21-1CFF-BA0F-4681-BC73E5D897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9213" y="3883843"/>
            <a:ext cx="1270707" cy="115007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33A7269-8DC1-4503-DBB5-478A0C5F8F16}"/>
              </a:ext>
            </a:extLst>
          </p:cNvPr>
          <p:cNvSpPr/>
          <p:nvPr userDrawn="1"/>
        </p:nvSpPr>
        <p:spPr>
          <a:xfrm>
            <a:off x="831850" y="2210539"/>
            <a:ext cx="5054046" cy="43145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7">
            <a:extLst>
              <a:ext uri="{FF2B5EF4-FFF2-40B4-BE49-F238E27FC236}">
                <a16:creationId xmlns:a16="http://schemas.microsoft.com/office/drawing/2014/main" id="{B267085C-1D9C-A051-B73E-A1AFC00E77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88" y="2387600"/>
            <a:ext cx="4419600" cy="3879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CE9D9-084F-688F-FC93-64A3593A4D1B}"/>
              </a:ext>
            </a:extLst>
          </p:cNvPr>
          <p:cNvSpPr txBox="1"/>
          <p:nvPr userDrawn="1"/>
        </p:nvSpPr>
        <p:spPr>
          <a:xfrm rot="16200000">
            <a:off x="10561658" y="4524452"/>
            <a:ext cx="2498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www.flairstech.com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EAD411-6B23-6947-CBA9-2CE4E1A19A6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408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333A-0501-C2FA-E3CC-1948BAD7D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061174"/>
            <a:ext cx="5795193" cy="1025691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A8D1-A08E-F7E3-95BB-2C1B48BFB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965143"/>
            <a:ext cx="3985247" cy="3124508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3611CD5-AFB0-9985-D5F6-4C5101806738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E159D9A-2134-5565-9625-31A6D601E112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2A3DFFBB-6EB4-A506-9AA4-5CBE701D755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43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0D6E4-64C0-37A2-D8D1-B083EEDB54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66FF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28A232-4877-ECB8-77C6-BD8BF9F5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5C52F2-7F5E-7AB9-35C8-0D7DA40F0CC6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C74F88-CBEE-F3E1-88DE-9AFE59A7D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987E131-D314-2CAA-47DC-F1E10B51FE28}"/>
              </a:ext>
            </a:extLst>
          </p:cNvPr>
          <p:cNvSpPr/>
          <p:nvPr userDrawn="1"/>
        </p:nvSpPr>
        <p:spPr>
          <a:xfrm flipH="1" flipV="1">
            <a:off x="8101534" y="2004293"/>
            <a:ext cx="2107444" cy="1907186"/>
          </a:xfrm>
          <a:custGeom>
            <a:avLst/>
            <a:gdLst>
              <a:gd name="connsiteX0" fmla="*/ 417843 w 2074935"/>
              <a:gd name="connsiteY0" fmla="*/ 0 h 1877766"/>
              <a:gd name="connsiteX1" fmla="*/ 0 w 2074935"/>
              <a:gd name="connsiteY1" fmla="*/ 0 h 1877766"/>
              <a:gd name="connsiteX2" fmla="*/ 0 w 2074935"/>
              <a:gd name="connsiteY2" fmla="*/ 1877767 h 1877766"/>
              <a:gd name="connsiteX3" fmla="*/ 2074935 w 2074935"/>
              <a:gd name="connsiteY3" fmla="*/ 1877767 h 1877766"/>
              <a:gd name="connsiteX4" fmla="*/ 2074935 w 2074935"/>
              <a:gd name="connsiteY4" fmla="*/ 1657093 h 1877766"/>
              <a:gd name="connsiteX5" fmla="*/ 417843 w 2074935"/>
              <a:gd name="connsiteY5" fmla="*/ 0 h 1877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74935" h="1877766">
                <a:moveTo>
                  <a:pt x="417843" y="0"/>
                </a:moveTo>
                <a:lnTo>
                  <a:pt x="0" y="0"/>
                </a:lnTo>
                <a:cubicBezTo>
                  <a:pt x="0" y="0"/>
                  <a:pt x="0" y="1877767"/>
                  <a:pt x="0" y="1877767"/>
                </a:cubicBezTo>
                <a:lnTo>
                  <a:pt x="2074935" y="1877767"/>
                </a:lnTo>
                <a:cubicBezTo>
                  <a:pt x="2074935" y="1877767"/>
                  <a:pt x="2074935" y="1657093"/>
                  <a:pt x="2074935" y="1657093"/>
                </a:cubicBezTo>
                <a:cubicBezTo>
                  <a:pt x="2074935" y="745648"/>
                  <a:pt x="1329190" y="0"/>
                  <a:pt x="417843" y="0"/>
                </a:cubicBezTo>
                <a:close/>
              </a:path>
            </a:pathLst>
          </a:custGeom>
          <a:solidFill>
            <a:schemeClr val="accent3"/>
          </a:solidFill>
          <a:ln w="0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34E1C845-808B-5601-2B7E-AE9AE3740430}"/>
              </a:ext>
            </a:extLst>
          </p:cNvPr>
          <p:cNvGrpSpPr/>
          <p:nvPr userDrawn="1"/>
        </p:nvGrpSpPr>
        <p:grpSpPr>
          <a:xfrm flipH="1" flipV="1">
            <a:off x="6631380" y="995985"/>
            <a:ext cx="4605245" cy="4167637"/>
            <a:chOff x="7648082" y="1376403"/>
            <a:chExt cx="4534204" cy="4103346"/>
          </a:xfrm>
          <a:noFill/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365C319-1459-9B67-4900-C2422BD8E0DA}"/>
                </a:ext>
              </a:extLst>
            </p:cNvPr>
            <p:cNvSpPr/>
            <p:nvPr/>
          </p:nvSpPr>
          <p:spPr>
            <a:xfrm>
              <a:off x="8530292" y="2443252"/>
              <a:ext cx="2399924" cy="2171868"/>
            </a:xfrm>
            <a:custGeom>
              <a:avLst/>
              <a:gdLst>
                <a:gd name="connsiteX0" fmla="*/ 483209 w 2399924"/>
                <a:gd name="connsiteY0" fmla="*/ 0 h 2171868"/>
                <a:gd name="connsiteX1" fmla="*/ 0 w 2399924"/>
                <a:gd name="connsiteY1" fmla="*/ 0 h 2171868"/>
                <a:gd name="connsiteX2" fmla="*/ 0 w 2399924"/>
                <a:gd name="connsiteY2" fmla="*/ 2171869 h 2171868"/>
                <a:gd name="connsiteX3" fmla="*/ 2399924 w 2399924"/>
                <a:gd name="connsiteY3" fmla="*/ 2171869 h 2171868"/>
                <a:gd name="connsiteX4" fmla="*/ 2399924 w 2399924"/>
                <a:gd name="connsiteY4" fmla="*/ 1916715 h 2171868"/>
                <a:gd name="connsiteX5" fmla="*/ 483307 w 2399924"/>
                <a:gd name="connsiteY5" fmla="*/ 97 h 2171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9924" h="2171868">
                  <a:moveTo>
                    <a:pt x="483209" y="0"/>
                  </a:moveTo>
                  <a:lnTo>
                    <a:pt x="0" y="0"/>
                  </a:lnTo>
                  <a:cubicBezTo>
                    <a:pt x="0" y="0"/>
                    <a:pt x="0" y="2171869"/>
                    <a:pt x="0" y="2171869"/>
                  </a:cubicBezTo>
                  <a:lnTo>
                    <a:pt x="2399924" y="2171869"/>
                  </a:lnTo>
                  <a:cubicBezTo>
                    <a:pt x="2399924" y="2171869"/>
                    <a:pt x="2399924" y="1916715"/>
                    <a:pt x="2399924" y="1916715"/>
                  </a:cubicBezTo>
                  <a:cubicBezTo>
                    <a:pt x="2399924" y="862590"/>
                    <a:pt x="1537432" y="97"/>
                    <a:pt x="483307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2159866-CB6A-C839-13AE-22E86CF7C24E}"/>
                </a:ext>
              </a:extLst>
            </p:cNvPr>
            <p:cNvSpPr/>
            <p:nvPr/>
          </p:nvSpPr>
          <p:spPr>
            <a:xfrm>
              <a:off x="8450064" y="2346222"/>
              <a:ext cx="2593887" cy="2347475"/>
            </a:xfrm>
            <a:custGeom>
              <a:avLst/>
              <a:gdLst>
                <a:gd name="connsiteX0" fmla="*/ 522352 w 2593887"/>
                <a:gd name="connsiteY0" fmla="*/ 0 h 2347475"/>
                <a:gd name="connsiteX1" fmla="*/ 0 w 2593887"/>
                <a:gd name="connsiteY1" fmla="*/ 0 h 2347475"/>
                <a:gd name="connsiteX2" fmla="*/ 0 w 2593887"/>
                <a:gd name="connsiteY2" fmla="*/ 2347475 h 2347475"/>
                <a:gd name="connsiteX3" fmla="*/ 2593888 w 2593887"/>
                <a:gd name="connsiteY3" fmla="*/ 2347475 h 2347475"/>
                <a:gd name="connsiteX4" fmla="*/ 2593888 w 2593887"/>
                <a:gd name="connsiteY4" fmla="*/ 2071633 h 2347475"/>
                <a:gd name="connsiteX5" fmla="*/ 522255 w 2593887"/>
                <a:gd name="connsiteY5" fmla="*/ 0 h 2347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3887" h="2347475">
                  <a:moveTo>
                    <a:pt x="522352" y="0"/>
                  </a:moveTo>
                  <a:lnTo>
                    <a:pt x="0" y="0"/>
                  </a:lnTo>
                  <a:cubicBezTo>
                    <a:pt x="0" y="0"/>
                    <a:pt x="0" y="2347475"/>
                    <a:pt x="0" y="2347475"/>
                  </a:cubicBezTo>
                  <a:lnTo>
                    <a:pt x="2593888" y="2347475"/>
                  </a:lnTo>
                  <a:cubicBezTo>
                    <a:pt x="2593888" y="2347475"/>
                    <a:pt x="2593888" y="2071633"/>
                    <a:pt x="2593888" y="2071633"/>
                  </a:cubicBezTo>
                  <a:cubicBezTo>
                    <a:pt x="2593888" y="932230"/>
                    <a:pt x="1661658" y="0"/>
                    <a:pt x="52225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F30909-7351-CC52-AD47-DC0F1719BF2D}"/>
                </a:ext>
              </a:extLst>
            </p:cNvPr>
            <p:cNvSpPr/>
            <p:nvPr/>
          </p:nvSpPr>
          <p:spPr>
            <a:xfrm>
              <a:off x="8369837" y="2249289"/>
              <a:ext cx="2787948" cy="2522984"/>
            </a:xfrm>
            <a:custGeom>
              <a:avLst/>
              <a:gdLst>
                <a:gd name="connsiteX0" fmla="*/ 561397 w 2787948"/>
                <a:gd name="connsiteY0" fmla="*/ 0 h 2522984"/>
                <a:gd name="connsiteX1" fmla="*/ 0 w 2787948"/>
                <a:gd name="connsiteY1" fmla="*/ 0 h 2522984"/>
                <a:gd name="connsiteX2" fmla="*/ 0 w 2787948"/>
                <a:gd name="connsiteY2" fmla="*/ 2522985 h 2522984"/>
                <a:gd name="connsiteX3" fmla="*/ 2787949 w 2787948"/>
                <a:gd name="connsiteY3" fmla="*/ 2522985 h 2522984"/>
                <a:gd name="connsiteX4" fmla="*/ 2787949 w 2787948"/>
                <a:gd name="connsiteY4" fmla="*/ 2226552 h 2522984"/>
                <a:gd name="connsiteX5" fmla="*/ 561397 w 2787948"/>
                <a:gd name="connsiteY5" fmla="*/ 0 h 252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7948" h="2522984">
                  <a:moveTo>
                    <a:pt x="561397" y="0"/>
                  </a:moveTo>
                  <a:lnTo>
                    <a:pt x="0" y="0"/>
                  </a:lnTo>
                  <a:cubicBezTo>
                    <a:pt x="0" y="0"/>
                    <a:pt x="0" y="2522985"/>
                    <a:pt x="0" y="2522985"/>
                  </a:cubicBezTo>
                  <a:lnTo>
                    <a:pt x="2787949" y="2522985"/>
                  </a:lnTo>
                  <a:cubicBezTo>
                    <a:pt x="2787949" y="2522985"/>
                    <a:pt x="2787949" y="2226552"/>
                    <a:pt x="2787949" y="2226552"/>
                  </a:cubicBezTo>
                  <a:cubicBezTo>
                    <a:pt x="2787949" y="1001968"/>
                    <a:pt x="1785981" y="0"/>
                    <a:pt x="561397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0931AF-A759-931D-1D54-6BA4FE51332E}"/>
                </a:ext>
              </a:extLst>
            </p:cNvPr>
            <p:cNvSpPr/>
            <p:nvPr/>
          </p:nvSpPr>
          <p:spPr>
            <a:xfrm>
              <a:off x="8289707" y="2152161"/>
              <a:ext cx="2982009" cy="2698688"/>
            </a:xfrm>
            <a:custGeom>
              <a:avLst/>
              <a:gdLst>
                <a:gd name="connsiteX0" fmla="*/ 600442 w 2982009"/>
                <a:gd name="connsiteY0" fmla="*/ 97 h 2698688"/>
                <a:gd name="connsiteX1" fmla="*/ 0 w 2982009"/>
                <a:gd name="connsiteY1" fmla="*/ 97 h 2698688"/>
                <a:gd name="connsiteX2" fmla="*/ 0 w 2982009"/>
                <a:gd name="connsiteY2" fmla="*/ 2698689 h 2698688"/>
                <a:gd name="connsiteX3" fmla="*/ 2982009 w 2982009"/>
                <a:gd name="connsiteY3" fmla="*/ 2698689 h 2698688"/>
                <a:gd name="connsiteX4" fmla="*/ 2982009 w 2982009"/>
                <a:gd name="connsiteY4" fmla="*/ 2381567 h 2698688"/>
                <a:gd name="connsiteX5" fmla="*/ 600442 w 2982009"/>
                <a:gd name="connsiteY5" fmla="*/ 0 h 269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2009" h="2698688">
                  <a:moveTo>
                    <a:pt x="600442" y="97"/>
                  </a:moveTo>
                  <a:lnTo>
                    <a:pt x="0" y="97"/>
                  </a:lnTo>
                  <a:cubicBezTo>
                    <a:pt x="0" y="97"/>
                    <a:pt x="0" y="2698689"/>
                    <a:pt x="0" y="2698689"/>
                  </a:cubicBezTo>
                  <a:lnTo>
                    <a:pt x="2982009" y="2698689"/>
                  </a:lnTo>
                  <a:cubicBezTo>
                    <a:pt x="2982009" y="2698689"/>
                    <a:pt x="2982009" y="2381567"/>
                    <a:pt x="2982009" y="2381567"/>
                  </a:cubicBezTo>
                  <a:cubicBezTo>
                    <a:pt x="2982009" y="1071705"/>
                    <a:pt x="1910304" y="0"/>
                    <a:pt x="600442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816F574-8BC7-D7AC-1D88-DE833A637B09}"/>
                </a:ext>
              </a:extLst>
            </p:cNvPr>
            <p:cNvSpPr/>
            <p:nvPr/>
          </p:nvSpPr>
          <p:spPr>
            <a:xfrm>
              <a:off x="8209480" y="2055325"/>
              <a:ext cx="3175972" cy="2874197"/>
            </a:xfrm>
            <a:custGeom>
              <a:avLst/>
              <a:gdLst>
                <a:gd name="connsiteX0" fmla="*/ 639488 w 3175972"/>
                <a:gd name="connsiteY0" fmla="*/ 0 h 2874197"/>
                <a:gd name="connsiteX1" fmla="*/ 0 w 3175972"/>
                <a:gd name="connsiteY1" fmla="*/ 0 h 2874197"/>
                <a:gd name="connsiteX2" fmla="*/ 0 w 3175972"/>
                <a:gd name="connsiteY2" fmla="*/ 2874198 h 2874197"/>
                <a:gd name="connsiteX3" fmla="*/ 3175973 w 3175972"/>
                <a:gd name="connsiteY3" fmla="*/ 2874198 h 2874197"/>
                <a:gd name="connsiteX4" fmla="*/ 3175973 w 3175972"/>
                <a:gd name="connsiteY4" fmla="*/ 2536486 h 2874197"/>
                <a:gd name="connsiteX5" fmla="*/ 639488 w 3175972"/>
                <a:gd name="connsiteY5" fmla="*/ 0 h 2874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75972" h="2874197">
                  <a:moveTo>
                    <a:pt x="639488" y="0"/>
                  </a:moveTo>
                  <a:lnTo>
                    <a:pt x="0" y="0"/>
                  </a:lnTo>
                  <a:cubicBezTo>
                    <a:pt x="0" y="0"/>
                    <a:pt x="0" y="2874198"/>
                    <a:pt x="0" y="2874198"/>
                  </a:cubicBezTo>
                  <a:lnTo>
                    <a:pt x="3175973" y="2874198"/>
                  </a:lnTo>
                  <a:cubicBezTo>
                    <a:pt x="3175973" y="2874198"/>
                    <a:pt x="3175973" y="2536486"/>
                    <a:pt x="3175973" y="2536486"/>
                  </a:cubicBezTo>
                  <a:cubicBezTo>
                    <a:pt x="3175973" y="1141443"/>
                    <a:pt x="2034530" y="0"/>
                    <a:pt x="63948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DA0745-5885-DD71-E99D-D5D1B0CF86E4}"/>
                </a:ext>
              </a:extLst>
            </p:cNvPr>
            <p:cNvSpPr/>
            <p:nvPr/>
          </p:nvSpPr>
          <p:spPr>
            <a:xfrm>
              <a:off x="8129252" y="1958294"/>
              <a:ext cx="3370033" cy="3049804"/>
            </a:xfrm>
            <a:custGeom>
              <a:avLst/>
              <a:gdLst>
                <a:gd name="connsiteX0" fmla="*/ 678630 w 3370033"/>
                <a:gd name="connsiteY0" fmla="*/ 0 h 3049804"/>
                <a:gd name="connsiteX1" fmla="*/ 0 w 3370033"/>
                <a:gd name="connsiteY1" fmla="*/ 0 h 3049804"/>
                <a:gd name="connsiteX2" fmla="*/ 0 w 3370033"/>
                <a:gd name="connsiteY2" fmla="*/ 3049804 h 3049804"/>
                <a:gd name="connsiteX3" fmla="*/ 3370034 w 3370033"/>
                <a:gd name="connsiteY3" fmla="*/ 3049804 h 3049804"/>
                <a:gd name="connsiteX4" fmla="*/ 3370034 w 3370033"/>
                <a:gd name="connsiteY4" fmla="*/ 2691404 h 3049804"/>
                <a:gd name="connsiteX5" fmla="*/ 678630 w 3370033"/>
                <a:gd name="connsiteY5" fmla="*/ 0 h 3049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70033" h="3049804">
                  <a:moveTo>
                    <a:pt x="678630" y="0"/>
                  </a:moveTo>
                  <a:lnTo>
                    <a:pt x="0" y="0"/>
                  </a:lnTo>
                  <a:cubicBezTo>
                    <a:pt x="0" y="0"/>
                    <a:pt x="0" y="3049804"/>
                    <a:pt x="0" y="3049804"/>
                  </a:cubicBezTo>
                  <a:lnTo>
                    <a:pt x="3370034" y="3049804"/>
                  </a:lnTo>
                  <a:cubicBezTo>
                    <a:pt x="3370034" y="3049804"/>
                    <a:pt x="3370034" y="2691404"/>
                    <a:pt x="3370034" y="2691404"/>
                  </a:cubicBezTo>
                  <a:cubicBezTo>
                    <a:pt x="3370034" y="1211083"/>
                    <a:pt x="2158854" y="0"/>
                    <a:pt x="678630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2BD5391-22D2-56B7-1561-4B7441FCF11E}"/>
                </a:ext>
              </a:extLst>
            </p:cNvPr>
            <p:cNvSpPr/>
            <p:nvPr/>
          </p:nvSpPr>
          <p:spPr>
            <a:xfrm>
              <a:off x="8049122" y="1861361"/>
              <a:ext cx="3564094" cy="3225410"/>
            </a:xfrm>
            <a:custGeom>
              <a:avLst/>
              <a:gdLst>
                <a:gd name="connsiteX0" fmla="*/ 717675 w 3564094"/>
                <a:gd name="connsiteY0" fmla="*/ 0 h 3225410"/>
                <a:gd name="connsiteX1" fmla="*/ 0 w 3564094"/>
                <a:gd name="connsiteY1" fmla="*/ 0 h 3225410"/>
                <a:gd name="connsiteX2" fmla="*/ 0 w 3564094"/>
                <a:gd name="connsiteY2" fmla="*/ 3225411 h 3225410"/>
                <a:gd name="connsiteX3" fmla="*/ 3564095 w 3564094"/>
                <a:gd name="connsiteY3" fmla="*/ 3225411 h 3225410"/>
                <a:gd name="connsiteX4" fmla="*/ 3564095 w 3564094"/>
                <a:gd name="connsiteY4" fmla="*/ 2846420 h 3225410"/>
                <a:gd name="connsiteX5" fmla="*/ 717675 w 3564094"/>
                <a:gd name="connsiteY5" fmla="*/ 0 h 3225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64094" h="3225410">
                  <a:moveTo>
                    <a:pt x="717675" y="0"/>
                  </a:moveTo>
                  <a:lnTo>
                    <a:pt x="0" y="0"/>
                  </a:lnTo>
                  <a:cubicBezTo>
                    <a:pt x="0" y="0"/>
                    <a:pt x="0" y="3225411"/>
                    <a:pt x="0" y="3225411"/>
                  </a:cubicBezTo>
                  <a:lnTo>
                    <a:pt x="3564095" y="3225411"/>
                  </a:lnTo>
                  <a:cubicBezTo>
                    <a:pt x="3564095" y="3225411"/>
                    <a:pt x="3564095" y="2846420"/>
                    <a:pt x="3564095" y="2846420"/>
                  </a:cubicBezTo>
                  <a:cubicBezTo>
                    <a:pt x="3564095" y="1280918"/>
                    <a:pt x="2283177" y="0"/>
                    <a:pt x="717675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C51AE05-5125-9A0C-2234-D4571A7B8751}"/>
                </a:ext>
              </a:extLst>
            </p:cNvPr>
            <p:cNvSpPr/>
            <p:nvPr/>
          </p:nvSpPr>
          <p:spPr>
            <a:xfrm>
              <a:off x="7968895" y="1764331"/>
              <a:ext cx="3758058" cy="3401017"/>
            </a:xfrm>
            <a:custGeom>
              <a:avLst/>
              <a:gdLst>
                <a:gd name="connsiteX0" fmla="*/ 756721 w 3758058"/>
                <a:gd name="connsiteY0" fmla="*/ 0 h 3401017"/>
                <a:gd name="connsiteX1" fmla="*/ 0 w 3758058"/>
                <a:gd name="connsiteY1" fmla="*/ 0 h 3401017"/>
                <a:gd name="connsiteX2" fmla="*/ 0 w 3758058"/>
                <a:gd name="connsiteY2" fmla="*/ 3401018 h 3401017"/>
                <a:gd name="connsiteX3" fmla="*/ 3758058 w 3758058"/>
                <a:gd name="connsiteY3" fmla="*/ 3401018 h 3401017"/>
                <a:gd name="connsiteX4" fmla="*/ 3758058 w 3758058"/>
                <a:gd name="connsiteY4" fmla="*/ 3001435 h 3401017"/>
                <a:gd name="connsiteX5" fmla="*/ 756721 w 3758058"/>
                <a:gd name="connsiteY5" fmla="*/ 97 h 340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58058" h="3401017">
                  <a:moveTo>
                    <a:pt x="756721" y="0"/>
                  </a:moveTo>
                  <a:lnTo>
                    <a:pt x="0" y="0"/>
                  </a:lnTo>
                  <a:cubicBezTo>
                    <a:pt x="0" y="0"/>
                    <a:pt x="0" y="3401018"/>
                    <a:pt x="0" y="3401018"/>
                  </a:cubicBezTo>
                  <a:lnTo>
                    <a:pt x="3758058" y="3401018"/>
                  </a:lnTo>
                  <a:cubicBezTo>
                    <a:pt x="3758058" y="3401018"/>
                    <a:pt x="3758058" y="3001435"/>
                    <a:pt x="3758058" y="3001435"/>
                  </a:cubicBezTo>
                  <a:cubicBezTo>
                    <a:pt x="3758058" y="1350655"/>
                    <a:pt x="2407403" y="97"/>
                    <a:pt x="756721" y="97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2E28954-65CE-131F-B818-C57CE2823510}"/>
                </a:ext>
              </a:extLst>
            </p:cNvPr>
            <p:cNvSpPr/>
            <p:nvPr/>
          </p:nvSpPr>
          <p:spPr>
            <a:xfrm>
              <a:off x="7888667" y="1667300"/>
              <a:ext cx="3952119" cy="3576623"/>
            </a:xfrm>
            <a:custGeom>
              <a:avLst/>
              <a:gdLst>
                <a:gd name="connsiteX0" fmla="*/ 795863 w 3952119"/>
                <a:gd name="connsiteY0" fmla="*/ 97 h 3576623"/>
                <a:gd name="connsiteX1" fmla="*/ 0 w 3952119"/>
                <a:gd name="connsiteY1" fmla="*/ 97 h 3576623"/>
                <a:gd name="connsiteX2" fmla="*/ 0 w 3952119"/>
                <a:gd name="connsiteY2" fmla="*/ 3576624 h 3576623"/>
                <a:gd name="connsiteX3" fmla="*/ 3952119 w 3952119"/>
                <a:gd name="connsiteY3" fmla="*/ 3576624 h 3576623"/>
                <a:gd name="connsiteX4" fmla="*/ 3952119 w 3952119"/>
                <a:gd name="connsiteY4" fmla="*/ 3156353 h 3576623"/>
                <a:gd name="connsiteX5" fmla="*/ 795766 w 3952119"/>
                <a:gd name="connsiteY5" fmla="*/ 0 h 3576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52119" h="3576623">
                  <a:moveTo>
                    <a:pt x="795863" y="97"/>
                  </a:moveTo>
                  <a:lnTo>
                    <a:pt x="0" y="97"/>
                  </a:lnTo>
                  <a:cubicBezTo>
                    <a:pt x="0" y="97"/>
                    <a:pt x="0" y="3576624"/>
                    <a:pt x="0" y="3576624"/>
                  </a:cubicBezTo>
                  <a:lnTo>
                    <a:pt x="3952119" y="3576624"/>
                  </a:lnTo>
                  <a:cubicBezTo>
                    <a:pt x="3952119" y="3576624"/>
                    <a:pt x="3952119" y="3156353"/>
                    <a:pt x="3952119" y="3156353"/>
                  </a:cubicBezTo>
                  <a:cubicBezTo>
                    <a:pt x="3952119" y="1420393"/>
                    <a:pt x="2531726" y="0"/>
                    <a:pt x="79576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C51F013-799A-B6B0-F45A-E627BC708A2E}"/>
                </a:ext>
              </a:extLst>
            </p:cNvPr>
            <p:cNvSpPr/>
            <p:nvPr/>
          </p:nvSpPr>
          <p:spPr>
            <a:xfrm>
              <a:off x="7808537" y="1570367"/>
              <a:ext cx="4146179" cy="3752133"/>
            </a:xfrm>
            <a:custGeom>
              <a:avLst/>
              <a:gdLst>
                <a:gd name="connsiteX0" fmla="*/ 834811 w 4146179"/>
                <a:gd name="connsiteY0" fmla="*/ 0 h 3752133"/>
                <a:gd name="connsiteX1" fmla="*/ 0 w 4146179"/>
                <a:gd name="connsiteY1" fmla="*/ 0 h 3752133"/>
                <a:gd name="connsiteX2" fmla="*/ 0 w 4146179"/>
                <a:gd name="connsiteY2" fmla="*/ 3752134 h 3752133"/>
                <a:gd name="connsiteX3" fmla="*/ 4146180 w 4146179"/>
                <a:gd name="connsiteY3" fmla="*/ 3752134 h 3752133"/>
                <a:gd name="connsiteX4" fmla="*/ 4146180 w 4146179"/>
                <a:gd name="connsiteY4" fmla="*/ 3311272 h 3752133"/>
                <a:gd name="connsiteX5" fmla="*/ 834908 w 4146179"/>
                <a:gd name="connsiteY5" fmla="*/ 0 h 375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46179" h="3752133">
                  <a:moveTo>
                    <a:pt x="834811" y="0"/>
                  </a:moveTo>
                  <a:lnTo>
                    <a:pt x="0" y="0"/>
                  </a:lnTo>
                  <a:cubicBezTo>
                    <a:pt x="0" y="0"/>
                    <a:pt x="0" y="3752134"/>
                    <a:pt x="0" y="3752134"/>
                  </a:cubicBezTo>
                  <a:lnTo>
                    <a:pt x="4146180" y="3752134"/>
                  </a:lnTo>
                  <a:cubicBezTo>
                    <a:pt x="4146180" y="3752134"/>
                    <a:pt x="4146180" y="3311272"/>
                    <a:pt x="4146180" y="3311272"/>
                  </a:cubicBezTo>
                  <a:cubicBezTo>
                    <a:pt x="4146180" y="1490034"/>
                    <a:pt x="2656147" y="0"/>
                    <a:pt x="834908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26D6E7-2D9B-14BD-E404-BFE5AE25DAAB}"/>
                </a:ext>
              </a:extLst>
            </p:cNvPr>
            <p:cNvSpPr/>
            <p:nvPr/>
          </p:nvSpPr>
          <p:spPr>
            <a:xfrm>
              <a:off x="7728310" y="1473337"/>
              <a:ext cx="4340143" cy="3927837"/>
            </a:xfrm>
            <a:custGeom>
              <a:avLst/>
              <a:gdLst>
                <a:gd name="connsiteX0" fmla="*/ 873954 w 4340143"/>
                <a:gd name="connsiteY0" fmla="*/ 97 h 3927837"/>
                <a:gd name="connsiteX1" fmla="*/ 0 w 4340143"/>
                <a:gd name="connsiteY1" fmla="*/ 97 h 3927837"/>
                <a:gd name="connsiteX2" fmla="*/ 0 w 4340143"/>
                <a:gd name="connsiteY2" fmla="*/ 3927837 h 3927837"/>
                <a:gd name="connsiteX3" fmla="*/ 4340144 w 4340143"/>
                <a:gd name="connsiteY3" fmla="*/ 3927837 h 3927837"/>
                <a:gd name="connsiteX4" fmla="*/ 4340144 w 4340143"/>
                <a:gd name="connsiteY4" fmla="*/ 3466287 h 3927837"/>
                <a:gd name="connsiteX5" fmla="*/ 873856 w 4340143"/>
                <a:gd name="connsiteY5" fmla="*/ 0 h 392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40143" h="3927837">
                  <a:moveTo>
                    <a:pt x="873954" y="97"/>
                  </a:moveTo>
                  <a:lnTo>
                    <a:pt x="0" y="97"/>
                  </a:lnTo>
                  <a:cubicBezTo>
                    <a:pt x="0" y="97"/>
                    <a:pt x="0" y="3927837"/>
                    <a:pt x="0" y="3927837"/>
                  </a:cubicBezTo>
                  <a:lnTo>
                    <a:pt x="4340144" y="3927837"/>
                  </a:lnTo>
                  <a:cubicBezTo>
                    <a:pt x="4340144" y="3927837"/>
                    <a:pt x="4340144" y="3466287"/>
                    <a:pt x="4340144" y="3466287"/>
                  </a:cubicBezTo>
                  <a:cubicBezTo>
                    <a:pt x="4340144" y="1559868"/>
                    <a:pt x="2780373" y="0"/>
                    <a:pt x="873856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1A8DCA0-D108-7703-A19B-60B550033138}"/>
                </a:ext>
              </a:extLst>
            </p:cNvPr>
            <p:cNvSpPr/>
            <p:nvPr/>
          </p:nvSpPr>
          <p:spPr>
            <a:xfrm>
              <a:off x="7648082" y="1376403"/>
              <a:ext cx="4534204" cy="4103346"/>
            </a:xfrm>
            <a:custGeom>
              <a:avLst/>
              <a:gdLst>
                <a:gd name="connsiteX0" fmla="*/ 912999 w 4534204"/>
                <a:gd name="connsiteY0" fmla="*/ 0 h 4103346"/>
                <a:gd name="connsiteX1" fmla="*/ 0 w 4534204"/>
                <a:gd name="connsiteY1" fmla="*/ 0 h 4103346"/>
                <a:gd name="connsiteX2" fmla="*/ 0 w 4534204"/>
                <a:gd name="connsiteY2" fmla="*/ 4103347 h 4103346"/>
                <a:gd name="connsiteX3" fmla="*/ 4534205 w 4534204"/>
                <a:gd name="connsiteY3" fmla="*/ 4103347 h 4103346"/>
                <a:gd name="connsiteX4" fmla="*/ 4534205 w 4534204"/>
                <a:gd name="connsiteY4" fmla="*/ 3621206 h 4103346"/>
                <a:gd name="connsiteX5" fmla="*/ 912999 w 4534204"/>
                <a:gd name="connsiteY5" fmla="*/ 0 h 4103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34204" h="4103346">
                  <a:moveTo>
                    <a:pt x="912999" y="0"/>
                  </a:moveTo>
                  <a:lnTo>
                    <a:pt x="0" y="0"/>
                  </a:lnTo>
                  <a:cubicBezTo>
                    <a:pt x="0" y="0"/>
                    <a:pt x="0" y="4103347"/>
                    <a:pt x="0" y="4103347"/>
                  </a:cubicBezTo>
                  <a:lnTo>
                    <a:pt x="4534205" y="4103347"/>
                  </a:lnTo>
                  <a:cubicBezTo>
                    <a:pt x="4534205" y="4103347"/>
                    <a:pt x="4534205" y="3621206"/>
                    <a:pt x="4534205" y="3621206"/>
                  </a:cubicBezTo>
                  <a:cubicBezTo>
                    <a:pt x="4534205" y="1629509"/>
                    <a:pt x="2904696" y="0"/>
                    <a:pt x="912999" y="0"/>
                  </a:cubicBezTo>
                  <a:close/>
                </a:path>
              </a:pathLst>
            </a:custGeom>
            <a:noFill/>
            <a:ln w="22813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94A18471-8279-D2BD-A87C-F3929C62AC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59398" y="2246255"/>
            <a:ext cx="3680538" cy="3330822"/>
          </a:xfrm>
          <a:custGeom>
            <a:avLst/>
            <a:gdLst>
              <a:gd name="connsiteX0" fmla="*/ 0 w 3623762"/>
              <a:gd name="connsiteY0" fmla="*/ 0 h 3279440"/>
              <a:gd name="connsiteX1" fmla="*/ 3623762 w 3623762"/>
              <a:gd name="connsiteY1" fmla="*/ 0 h 3279440"/>
              <a:gd name="connsiteX2" fmla="*/ 3623762 w 3623762"/>
              <a:gd name="connsiteY2" fmla="*/ 3279333 h 3279440"/>
              <a:gd name="connsiteX3" fmla="*/ 2894067 w 3623762"/>
              <a:gd name="connsiteY3" fmla="*/ 3279333 h 3279440"/>
              <a:gd name="connsiteX4" fmla="*/ 2894067 w 3623762"/>
              <a:gd name="connsiteY4" fmla="*/ 3279440 h 3279440"/>
              <a:gd name="connsiteX5" fmla="*/ 0 w 3623762"/>
              <a:gd name="connsiteY5" fmla="*/ 385375 h 3279440"/>
              <a:gd name="connsiteX6" fmla="*/ 0 w 3623762"/>
              <a:gd name="connsiteY6" fmla="*/ 0 h 327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23762" h="3279440">
                <a:moveTo>
                  <a:pt x="0" y="0"/>
                </a:moveTo>
                <a:lnTo>
                  <a:pt x="3623762" y="0"/>
                </a:lnTo>
                <a:cubicBezTo>
                  <a:pt x="3623762" y="0"/>
                  <a:pt x="3623762" y="3279333"/>
                  <a:pt x="3623762" y="3279333"/>
                </a:cubicBezTo>
                <a:lnTo>
                  <a:pt x="2894067" y="3279333"/>
                </a:lnTo>
                <a:lnTo>
                  <a:pt x="2894067" y="3279440"/>
                </a:lnTo>
                <a:cubicBezTo>
                  <a:pt x="1302277" y="3279440"/>
                  <a:pt x="0" y="1977056"/>
                  <a:pt x="0" y="385375"/>
                </a:cubicBezTo>
                <a:cubicBezTo>
                  <a:pt x="0" y="385375"/>
                  <a:pt x="0" y="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86BBF8F-B8DC-ADC4-090F-93E56E33656F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C817E87-37D1-907A-EC0C-17E0A1FD9F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1F2B8BC-7A0A-5981-70EF-5E8172A7D264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3B60EC4-B7E2-0F19-7556-4D251C975D50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5100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e-up of a group of glass containers&#10;&#10;AI-generated content may be incorrect.">
            <a:extLst>
              <a:ext uri="{FF2B5EF4-FFF2-40B4-BE49-F238E27FC236}">
                <a16:creationId xmlns:a16="http://schemas.microsoft.com/office/drawing/2014/main" id="{F1CB07E2-B7B0-E917-3452-6485116468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67001" y="-2667000"/>
            <a:ext cx="6858002" cy="1219200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8F036F-B73B-206A-778C-8CA7CA42531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0900D4C8-3F2F-6B7B-1B41-661B4D50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44" y="3264375"/>
            <a:ext cx="4566307" cy="2852737"/>
          </a:xfrm>
        </p:spPr>
        <p:txBody>
          <a:bodyPr anchor="b"/>
          <a:lstStyle>
            <a:lvl1pPr>
              <a:defRPr sz="60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1FA5D4-834B-B7DB-0D7C-F8B8C92FF4F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133ED4-988D-D493-5518-B6B096AEAC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2C70A3-2629-E214-6F86-4E3AEBCA6518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B45DD6-2169-C308-D859-B9FCC208DD89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E1CBD87B-A4E1-EB65-94CC-E92F6962B0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8587" y="6123547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22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F6512D8-4A24-7606-C8C8-CB9B880B0DFD}"/>
              </a:ext>
            </a:extLst>
          </p:cNvPr>
          <p:cNvGrpSpPr/>
          <p:nvPr userDrawn="1"/>
        </p:nvGrpSpPr>
        <p:grpSpPr>
          <a:xfrm>
            <a:off x="10095861" y="6117112"/>
            <a:ext cx="1967551" cy="552450"/>
            <a:chOff x="10095861" y="6117112"/>
            <a:chExt cx="1967551" cy="552450"/>
          </a:xfrm>
          <a:solidFill>
            <a:schemeClr val="bg1"/>
          </a:solidFill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702A7DF9-B37B-389F-B4E6-5743B1679C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0EB226B-2AD6-AE1D-6396-CF295B80C27D}"/>
                </a:ext>
              </a:extLst>
            </p:cNvPr>
            <p:cNvSpPr txBox="1"/>
            <p:nvPr userDrawn="1"/>
          </p:nvSpPr>
          <p:spPr>
            <a:xfrm>
              <a:off x="10095861" y="6398464"/>
              <a:ext cx="153829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05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4409FA-1683-078F-E2BC-BE0F2F4A7195}"/>
              </a:ext>
            </a:extLst>
          </p:cNvPr>
          <p:cNvCxnSpPr/>
          <p:nvPr userDrawn="1"/>
        </p:nvCxnSpPr>
        <p:spPr>
          <a:xfrm>
            <a:off x="10274536" y="6504628"/>
            <a:ext cx="1284051" cy="0"/>
          </a:xfrm>
          <a:prstGeom prst="line">
            <a:avLst/>
          </a:prstGeom>
          <a:ln w="28575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F9474E-02B0-3098-EB0B-DA2342976B4D}"/>
              </a:ext>
            </a:extLst>
          </p:cNvPr>
          <p:cNvCxnSpPr>
            <a:cxnSpLocks/>
          </p:cNvCxnSpPr>
          <p:nvPr userDrawn="1"/>
        </p:nvCxnSpPr>
        <p:spPr>
          <a:xfrm>
            <a:off x="10161224" y="6652380"/>
            <a:ext cx="13973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ue and purple wavy line&#10;&#10;AI-generated content may be incorrect.">
            <a:extLst>
              <a:ext uri="{FF2B5EF4-FFF2-40B4-BE49-F238E27FC236}">
                <a16:creationId xmlns:a16="http://schemas.microsoft.com/office/drawing/2014/main" id="{F82627BD-2194-EE22-0CF0-BD316FB644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420F0F8-0D58-5C5B-5281-125C1B16ECFD}"/>
              </a:ext>
            </a:extLst>
          </p:cNvPr>
          <p:cNvSpPr txBox="1">
            <a:spLocks/>
          </p:cNvSpPr>
          <p:nvPr userDrawn="1"/>
        </p:nvSpPr>
        <p:spPr>
          <a:xfrm>
            <a:off x="579657" y="483467"/>
            <a:ext cx="5640559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bg1"/>
                </a:solidFill>
                <a:latin typeface="Poppins Medium" panose="00000600000000000000" pitchFamily="2" charset="0"/>
                <a:ea typeface="+mj-ea"/>
                <a:cs typeface="Poppins Medium" panose="000006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2DDD0E-CFBF-2A1A-85C6-78DB4254DEE7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  <a:noFill/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AFB9CBA-BCE5-2DA2-8162-FF8B4C772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F41815C-EFFB-B78F-B4DC-657BFCA333B3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703ED1-E747-0ED8-C498-4334DDA8AF2B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02FAD78F-C794-A499-B33E-7568613E73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0350" y="6139150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39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324C-8ACB-22A5-D15F-C75A98C4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22856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A489582-B189-A9E8-8FDE-23D44899C8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1405" y="433633"/>
            <a:ext cx="5553585" cy="5611908"/>
          </a:xfrm>
          <a:prstGeom prst="rect">
            <a:avLst/>
          </a:prstGeom>
        </p:spPr>
      </p:pic>
      <p:sp>
        <p:nvSpPr>
          <p:cNvPr id="4" name="Picture Placeholder 70">
            <a:extLst>
              <a:ext uri="{FF2B5EF4-FFF2-40B4-BE49-F238E27FC236}">
                <a16:creationId xmlns:a16="http://schemas.microsoft.com/office/drawing/2014/main" id="{A29F5D11-F0EB-D315-ACF8-3E612C13B1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1110" y="1939139"/>
            <a:ext cx="4504697" cy="4553736"/>
          </a:xfrm>
          <a:custGeom>
            <a:avLst/>
            <a:gdLst>
              <a:gd name="connsiteX0" fmla="*/ 2659033 w 3998174"/>
              <a:gd name="connsiteY0" fmla="*/ 0 h 4041699"/>
              <a:gd name="connsiteX1" fmla="*/ 3998174 w 3998174"/>
              <a:gd name="connsiteY1" fmla="*/ 0 h 4041699"/>
              <a:gd name="connsiteX2" fmla="*/ 3998174 w 3998174"/>
              <a:gd name="connsiteY2" fmla="*/ 4041699 h 4041699"/>
              <a:gd name="connsiteX3" fmla="*/ 1090763 w 3998174"/>
              <a:gd name="connsiteY3" fmla="*/ 4041699 h 4041699"/>
              <a:gd name="connsiteX4" fmla="*/ 1085848 w 3998174"/>
              <a:gd name="connsiteY4" fmla="*/ 3822541 h 4041699"/>
              <a:gd name="connsiteX5" fmla="*/ 238552 w 3998174"/>
              <a:gd name="connsiteY5" fmla="*/ 1328646 h 4041699"/>
              <a:gd name="connsiteX6" fmla="*/ 0 w 3998174"/>
              <a:gd name="connsiteY6" fmla="*/ 998002 h 4041699"/>
              <a:gd name="connsiteX7" fmla="*/ 0 w 3998174"/>
              <a:gd name="connsiteY7" fmla="*/ 997999 h 4041699"/>
              <a:gd name="connsiteX8" fmla="*/ 276566 w 3998174"/>
              <a:gd name="connsiteY8" fmla="*/ 776711 h 4041699"/>
              <a:gd name="connsiteX9" fmla="*/ 2659033 w 3998174"/>
              <a:gd name="connsiteY9" fmla="*/ 0 h 404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8174" h="4041699">
                <a:moveTo>
                  <a:pt x="2659033" y="0"/>
                </a:moveTo>
                <a:lnTo>
                  <a:pt x="3998174" y="0"/>
                </a:lnTo>
                <a:lnTo>
                  <a:pt x="3998174" y="4041699"/>
                </a:lnTo>
                <a:lnTo>
                  <a:pt x="1090763" y="4041699"/>
                </a:lnTo>
                <a:lnTo>
                  <a:pt x="1085848" y="3822541"/>
                </a:lnTo>
                <a:cubicBezTo>
                  <a:pt x="1043441" y="2881956"/>
                  <a:pt x="729072" y="2059070"/>
                  <a:pt x="238552" y="1328646"/>
                </a:cubicBezTo>
                <a:lnTo>
                  <a:pt x="0" y="998002"/>
                </a:lnTo>
                <a:lnTo>
                  <a:pt x="0" y="997999"/>
                </a:lnTo>
                <a:lnTo>
                  <a:pt x="276566" y="776711"/>
                </a:lnTo>
                <a:cubicBezTo>
                  <a:pt x="944682" y="288344"/>
                  <a:pt x="1768167" y="0"/>
                  <a:pt x="265903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50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4435F0B9-D817-FD68-8C37-CB9F7EF8B3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7675" y="-284409"/>
            <a:ext cx="12693303" cy="714240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AACF39A-EA1F-2542-9FB4-61FC33E2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90BFAD0-FB8C-C9FA-E7BD-585D364E45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901429" y="1690688"/>
            <a:ext cx="4555281" cy="412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19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94AE8-B731-53ED-A268-E6F75EF93726}"/>
              </a:ext>
            </a:extLst>
          </p:cNvPr>
          <p:cNvSpPr/>
          <p:nvPr userDrawn="1"/>
        </p:nvSpPr>
        <p:spPr>
          <a:xfrm>
            <a:off x="-65975" y="3302000"/>
            <a:ext cx="11597633" cy="3555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058C8F2-88E3-DEF6-7A2E-4B38B6FD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1491"/>
            <a:ext cx="5795193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7C1990-4C55-516B-A96A-DD2011C6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3985247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B9B9FC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5153C4C-5329-992D-9290-5CA19D6C7FF1}"/>
              </a:ext>
            </a:extLst>
          </p:cNvPr>
          <p:cNvSpPr/>
          <p:nvPr userDrawn="1"/>
        </p:nvSpPr>
        <p:spPr>
          <a:xfrm>
            <a:off x="8050998" y="441491"/>
            <a:ext cx="3185827" cy="2883031"/>
          </a:xfrm>
          <a:custGeom>
            <a:avLst/>
            <a:gdLst>
              <a:gd name="connsiteX0" fmla="*/ 641426 w 3185827"/>
              <a:gd name="connsiteY0" fmla="*/ 0 h 2883031"/>
              <a:gd name="connsiteX1" fmla="*/ 0 w 3185827"/>
              <a:gd name="connsiteY1" fmla="*/ 0 h 2883031"/>
              <a:gd name="connsiteX2" fmla="*/ 0 w 3185827"/>
              <a:gd name="connsiteY2" fmla="*/ 2883032 h 2883031"/>
              <a:gd name="connsiteX3" fmla="*/ 3185827 w 3185827"/>
              <a:gd name="connsiteY3" fmla="*/ 2883032 h 2883031"/>
              <a:gd name="connsiteX4" fmla="*/ 3185827 w 3185827"/>
              <a:gd name="connsiteY4" fmla="*/ 2544203 h 2883031"/>
              <a:gd name="connsiteX5" fmla="*/ 641426 w 3185827"/>
              <a:gd name="connsiteY5" fmla="*/ 0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641426" y="0"/>
                </a:moveTo>
                <a:lnTo>
                  <a:pt x="0" y="0"/>
                </a:lnTo>
                <a:cubicBezTo>
                  <a:pt x="0" y="0"/>
                  <a:pt x="0" y="2883032"/>
                  <a:pt x="0" y="2883032"/>
                </a:cubicBezTo>
                <a:lnTo>
                  <a:pt x="3185827" y="2883032"/>
                </a:lnTo>
                <a:cubicBezTo>
                  <a:pt x="3185827" y="2883032"/>
                  <a:pt x="3185827" y="2544203"/>
                  <a:pt x="3185827" y="2544203"/>
                </a:cubicBezTo>
                <a:cubicBezTo>
                  <a:pt x="3185827" y="1144891"/>
                  <a:pt x="2040737" y="0"/>
                  <a:pt x="641426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AD1AF69-696E-89D8-3289-AAF624999AE7}"/>
              </a:ext>
            </a:extLst>
          </p:cNvPr>
          <p:cNvSpPr/>
          <p:nvPr userDrawn="1"/>
        </p:nvSpPr>
        <p:spPr>
          <a:xfrm>
            <a:off x="8050798" y="3324522"/>
            <a:ext cx="3185827" cy="2883031"/>
          </a:xfrm>
          <a:custGeom>
            <a:avLst/>
            <a:gdLst>
              <a:gd name="connsiteX0" fmla="*/ 2544402 w 3185827"/>
              <a:gd name="connsiteY0" fmla="*/ 2883032 h 2883031"/>
              <a:gd name="connsiteX1" fmla="*/ 3185827 w 3185827"/>
              <a:gd name="connsiteY1" fmla="*/ 2883032 h 2883031"/>
              <a:gd name="connsiteX2" fmla="*/ 3185827 w 3185827"/>
              <a:gd name="connsiteY2" fmla="*/ 0 h 2883031"/>
              <a:gd name="connsiteX3" fmla="*/ 0 w 3185827"/>
              <a:gd name="connsiteY3" fmla="*/ 0 h 2883031"/>
              <a:gd name="connsiteX4" fmla="*/ 0 w 3185827"/>
              <a:gd name="connsiteY4" fmla="*/ 338829 h 2883031"/>
              <a:gd name="connsiteX5" fmla="*/ 2544203 w 3185827"/>
              <a:gd name="connsiteY5" fmla="*/ 2883032 h 288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5827" h="2883031">
                <a:moveTo>
                  <a:pt x="2544402" y="2883032"/>
                </a:moveTo>
                <a:lnTo>
                  <a:pt x="3185827" y="2883032"/>
                </a:lnTo>
                <a:lnTo>
                  <a:pt x="3185827" y="0"/>
                </a:lnTo>
                <a:cubicBezTo>
                  <a:pt x="3185827" y="0"/>
                  <a:pt x="0" y="0"/>
                  <a:pt x="0" y="0"/>
                </a:cubicBezTo>
                <a:lnTo>
                  <a:pt x="0" y="338829"/>
                </a:lnTo>
                <a:cubicBezTo>
                  <a:pt x="0" y="1738140"/>
                  <a:pt x="1144891" y="2883032"/>
                  <a:pt x="2544203" y="2883032"/>
                </a:cubicBezTo>
                <a:close/>
              </a:path>
            </a:pathLst>
          </a:custGeom>
          <a:solidFill>
            <a:srgbClr val="0366FF">
              <a:alpha val="30000"/>
            </a:srgb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AB21F52B-5140-C1ED-D7EE-AA12A5A454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76617" y="449264"/>
            <a:ext cx="3168653" cy="5765457"/>
          </a:xfrm>
          <a:custGeom>
            <a:avLst/>
            <a:gdLst>
              <a:gd name="connsiteX0" fmla="*/ 200 w 3168653"/>
              <a:gd name="connsiteY0" fmla="*/ 0 h 5765457"/>
              <a:gd name="connsiteX1" fmla="*/ 653525 w 3168653"/>
              <a:gd name="connsiteY1" fmla="*/ 0 h 5765457"/>
              <a:gd name="connsiteX2" fmla="*/ 900800 w 3168653"/>
              <a:gd name="connsiteY2" fmla="*/ 12593 h 5765457"/>
              <a:gd name="connsiteX3" fmla="*/ 3134091 w 3168653"/>
              <a:gd name="connsiteY3" fmla="*/ 2032520 h 5765457"/>
              <a:gd name="connsiteX4" fmla="*/ 3168653 w 3168653"/>
              <a:gd name="connsiteY4" fmla="*/ 2257290 h 5765457"/>
              <a:gd name="connsiteX5" fmla="*/ 3168653 w 3168653"/>
              <a:gd name="connsiteY5" fmla="*/ 5765457 h 5765457"/>
              <a:gd name="connsiteX6" fmla="*/ 2544402 w 3168653"/>
              <a:gd name="connsiteY6" fmla="*/ 5765457 h 5765457"/>
              <a:gd name="connsiteX7" fmla="*/ 2544203 w 3168653"/>
              <a:gd name="connsiteY7" fmla="*/ 5765457 h 5765457"/>
              <a:gd name="connsiteX8" fmla="*/ 0 w 3168653"/>
              <a:gd name="connsiteY8" fmla="*/ 3221254 h 5765457"/>
              <a:gd name="connsiteX9" fmla="*/ 0 w 3168653"/>
              <a:gd name="connsiteY9" fmla="*/ 2882425 h 5765457"/>
              <a:gd name="connsiteX10" fmla="*/ 200 w 3168653"/>
              <a:gd name="connsiteY10" fmla="*/ 2882425 h 5765457"/>
              <a:gd name="connsiteX11" fmla="*/ 200 w 3168653"/>
              <a:gd name="connsiteY11" fmla="*/ 2874156 h 5765457"/>
              <a:gd name="connsiteX12" fmla="*/ 200 w 3168653"/>
              <a:gd name="connsiteY12" fmla="*/ 7161 h 576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68653" h="5765457">
                <a:moveTo>
                  <a:pt x="200" y="0"/>
                </a:moveTo>
                <a:lnTo>
                  <a:pt x="653525" y="0"/>
                </a:lnTo>
                <a:lnTo>
                  <a:pt x="900800" y="12593"/>
                </a:lnTo>
                <a:cubicBezTo>
                  <a:pt x="2009094" y="126045"/>
                  <a:pt x="2912804" y="958563"/>
                  <a:pt x="3134091" y="2032520"/>
                </a:cubicBezTo>
                <a:lnTo>
                  <a:pt x="3168653" y="2257290"/>
                </a:lnTo>
                <a:lnTo>
                  <a:pt x="3168653" y="5765457"/>
                </a:lnTo>
                <a:lnTo>
                  <a:pt x="2544402" y="5765457"/>
                </a:lnTo>
                <a:lnTo>
                  <a:pt x="2544203" y="5765457"/>
                </a:lnTo>
                <a:cubicBezTo>
                  <a:pt x="1144891" y="5765457"/>
                  <a:pt x="0" y="4620565"/>
                  <a:pt x="0" y="3221254"/>
                </a:cubicBezTo>
                <a:lnTo>
                  <a:pt x="0" y="2882425"/>
                </a:lnTo>
                <a:lnTo>
                  <a:pt x="200" y="2882425"/>
                </a:lnTo>
                <a:lnTo>
                  <a:pt x="200" y="2874156"/>
                </a:lnTo>
                <a:cubicBezTo>
                  <a:pt x="200" y="2710337"/>
                  <a:pt x="200" y="166021"/>
                  <a:pt x="200" y="716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0DA9DE-AC7F-9695-F16F-960DAB5C37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118C415-1AD3-68CD-3D0E-F7A3C44311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8587" y="6117112"/>
            <a:ext cx="504825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34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E6F9D-963A-1B9D-98D0-5F6BF0E0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2828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5">
            <a:extLst>
              <a:ext uri="{FF2B5EF4-FFF2-40B4-BE49-F238E27FC236}">
                <a16:creationId xmlns:a16="http://schemas.microsoft.com/office/drawing/2014/main" id="{290CCC2A-40EB-0D82-E905-FF557D7F8E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9282" y="4396192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C31E0CB6-4089-9068-93DB-8071DA5E099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29282" y="2340703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ADACF33-9F9F-E677-EE4F-2D9B8F4B73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29282" y="369206"/>
            <a:ext cx="2989451" cy="1741229"/>
          </a:xfrm>
          <a:custGeom>
            <a:avLst/>
            <a:gdLst>
              <a:gd name="connsiteX0" fmla="*/ 0 w 3443649"/>
              <a:gd name="connsiteY0" fmla="*/ 0 h 2005780"/>
              <a:gd name="connsiteX1" fmla="*/ 3443649 w 3443649"/>
              <a:gd name="connsiteY1" fmla="*/ 0 h 2005780"/>
              <a:gd name="connsiteX2" fmla="*/ 3443649 w 3443649"/>
              <a:gd name="connsiteY2" fmla="*/ 2005780 h 2005780"/>
              <a:gd name="connsiteX3" fmla="*/ 0 w 3443649"/>
              <a:gd name="connsiteY3" fmla="*/ 2005780 h 2005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3649" h="2005780">
                <a:moveTo>
                  <a:pt x="0" y="0"/>
                </a:moveTo>
                <a:lnTo>
                  <a:pt x="3443649" y="0"/>
                </a:lnTo>
                <a:lnTo>
                  <a:pt x="3443649" y="2005780"/>
                </a:lnTo>
                <a:lnTo>
                  <a:pt x="0" y="20057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382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5DBE7676-D194-3757-6C4A-4A8F2EACE5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6570" y="1486885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8DCF1B89-2998-7866-72D7-94D8841756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46570" y="3931313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CFC4595-2E31-2239-8DF7-1CF97AB370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01326" y="1479028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2F21ADA-893B-C0F3-E52C-6E3BD116BB8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01326" y="3923456"/>
            <a:ext cx="2344103" cy="19864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3997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7653F31-B3AB-430C-AFA3-86D131772CC2}"/>
              </a:ext>
            </a:extLst>
          </p:cNvPr>
          <p:cNvSpPr/>
          <p:nvPr userDrawn="1"/>
        </p:nvSpPr>
        <p:spPr>
          <a:xfrm>
            <a:off x="8494250" y="405676"/>
            <a:ext cx="3200873" cy="4176409"/>
          </a:xfrm>
          <a:prstGeom prst="roundRect">
            <a:avLst/>
          </a:prstGeom>
          <a:solidFill>
            <a:srgbClr val="8C4FF4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E995FE-E141-4F64-7920-7D05438C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366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E8EDE16-1BE2-53C6-6F0B-83CC3E613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B0702C-6CC6-15E3-0EA3-4B19A8E4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9457D0-2662-53E7-1EC3-61C5B43D47D2}"/>
              </a:ext>
            </a:extLst>
          </p:cNvPr>
          <p:cNvSpPr txBox="1"/>
          <p:nvPr userDrawn="1"/>
        </p:nvSpPr>
        <p:spPr>
          <a:xfrm>
            <a:off x="7806670" y="3910333"/>
            <a:ext cx="286924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i="1">
                <a:solidFill>
                  <a:schemeClr val="accent5"/>
                </a:solidFill>
                <a:latin typeface="+mj-lt"/>
              </a:rPr>
              <a:t>Strategic Planning</a:t>
            </a:r>
            <a:endParaRPr lang="en-US" sz="440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0CB651-754A-63A4-06DE-D4A712935DED}"/>
              </a:ext>
            </a:extLst>
          </p:cNvPr>
          <p:cNvSpPr/>
          <p:nvPr userDrawn="1"/>
        </p:nvSpPr>
        <p:spPr>
          <a:xfrm>
            <a:off x="8223198" y="797541"/>
            <a:ext cx="1467957" cy="39881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glow rad="1574800">
              <a:schemeClr val="accent5">
                <a:alpha val="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tx1"/>
                </a:solidFill>
                <a:latin typeface="+mj-lt"/>
              </a:rPr>
              <a:t>2025 plan</a:t>
            </a:r>
          </a:p>
        </p:txBody>
      </p:sp>
    </p:spTree>
    <p:extLst>
      <p:ext uri="{BB962C8B-B14F-4D97-AF65-F5344CB8AC3E}">
        <p14:creationId xmlns:p14="http://schemas.microsoft.com/office/powerpoint/2010/main" val="35969710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281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42D9-B45F-7B82-66BA-5F1D68B0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24346-FB20-FDDF-119D-352EB36DC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8562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540969-8270-FCE7-2A13-B5E47A11700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64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E63EC-1D94-4C77-A8A8-C2C4C3B2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7B2D10B-B544-8D0A-68C3-1B2B488E65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042" y="-42042"/>
            <a:ext cx="12368083" cy="69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86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2889-721D-8916-BE9E-23C1EAC1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7354-5530-3418-27DF-153AF389F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38272-AA8A-84FA-0F3E-0C2B22C8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2F02C-9DD5-133B-3AC7-CE9E23234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F6923-F478-DD29-DBD3-D99F5DE7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877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1E6B-EFFC-575A-8018-B5DB0B15F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FD77-06B5-0FA0-20F4-9BAD852B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595A3-F755-0DE1-F507-0BB8ED5D2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104EE-022A-B040-1888-E110452F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597DA-F37F-36EB-CD10-3BD92221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002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AA7F-7002-B702-8D22-D69C3B8D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9AC37-B6C8-CA19-E354-1AB5DBAAB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7E27-FB65-6478-1667-F3A7472A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572D3-02E3-2C06-4945-4ACA0D68E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D5264-87C6-0D17-43E7-3EB9D12D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299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ABE52-A45C-496D-9AD1-1D6D51486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27E7-0E95-8091-5C25-07C91C2AB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F041C-B74D-80F4-CF2D-D13FD08C0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5A5CC-2683-0710-BB2A-41D1CCAB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ED98D-9D9B-EB4E-F948-08E22EB5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264A4-09F9-F679-8A6A-763B16AF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6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7002-E936-42F7-3C13-350577DD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87790-CF5D-2071-00E9-56580D768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8A361-2114-8E3B-3E18-AAB6DCCB9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87C69-A8D5-B381-1E8B-00E950CE3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975A0-E90D-08BF-6B41-A2510E259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09C78-EB9C-F95B-620F-8C7AB6C5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AC7CB-D263-7A57-A93F-71D36E17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E12B0-1238-5700-FACD-1B858A5B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298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05EE-D538-1419-F786-8E9F86EAA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67E47-BB84-2EDA-24F0-80F5E5296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5B48C-D1BF-73B5-3EDD-857EA533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33E63-E1DA-D263-BB6F-E805AF13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0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DC67F2-3807-FA81-2875-472C2C712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57EB5-3E00-A2E2-D293-BEEA9D7E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7B6A3-0811-995C-296B-B5F42137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33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C69F-F2DF-5AA6-41C6-53ADB7EC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0417B-3139-B735-C815-299F7A7B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FDBF8-D2C9-EE02-229E-F8ED779C6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C7CF0-E409-37CC-C853-AD62E58C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BAB41-FF17-65A4-43BE-8E0916F38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B79EA-5E09-4211-84DF-54B09FC4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350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337C-E527-BEAD-C3E5-D2EAF97E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B13AA7-7898-9DE1-FE26-F276B6D4C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395A6-2AA1-BC65-B146-62B9C4DA7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CFDBA-A2F4-9FA8-6260-157104C7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30E2F-5C6B-8378-3EB5-56150E0E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B023A9-F64F-F6C4-6ED0-F9DB9AB9E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917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AEAF-8B63-88F3-58D6-B7329027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12C81-ED4B-2E21-EB50-568236911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528AB-3FD6-4455-8B17-EF138205B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67874-31EB-4D12-27FA-CE61B2DA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BD838-C30D-3E6F-1D9D-039304E9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8889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99D32-B49C-F15F-B74F-9C5A27A77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05B1B-F54F-F0A2-BB51-7112D02A3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D0CD1-953E-E31F-CF16-647AA274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269A4-F851-0F8E-B709-E04DCBD7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9EE52-6A89-226A-D0CD-621718FC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840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Relationship Id="rId27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theme" Target="../theme/theme2.xml"/><Relationship Id="rId13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4C751-9539-11ED-365B-EA245C68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650DF-3132-B144-1B5A-71A6FC10C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E16657-AC1A-3CBB-CB6C-34022BF601F4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A61BCE77-9728-B9DF-A894-E699D54953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4F97B2-799D-7BAB-6412-51072C1437DB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672446-6AA6-264F-4875-1B6A951A3895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61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74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4" r:id="rId10"/>
    <p:sldLayoutId id="2147483669" r:id="rId11"/>
    <p:sldLayoutId id="2147483662" r:id="rId12"/>
    <p:sldLayoutId id="2147483665" r:id="rId13"/>
    <p:sldLayoutId id="2147483663" r:id="rId14"/>
    <p:sldLayoutId id="2147483666" r:id="rId15"/>
    <p:sldLayoutId id="2147483667" r:id="rId16"/>
    <p:sldLayoutId id="2147483668" r:id="rId17"/>
    <p:sldLayoutId id="2147483650" r:id="rId18"/>
    <p:sldLayoutId id="2147483671" r:id="rId19"/>
    <p:sldLayoutId id="2147483670" r:id="rId20"/>
    <p:sldLayoutId id="2147483672" r:id="rId21"/>
    <p:sldLayoutId id="2147483673" r:id="rId22"/>
    <p:sldLayoutId id="2147483651" r:id="rId23"/>
    <p:sldLayoutId id="2147483687" r:id="rId24"/>
    <p:sldLayoutId id="2147483652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Medium" panose="00000600000000000000" pitchFamily="2" charset="0"/>
          <a:ea typeface="+mn-ea"/>
          <a:cs typeface="Poppins Medium" panose="000006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127478-957B-8004-0BA6-0B4FE126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A278C-0DB2-3F92-52B7-08C91A2EC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DF1E4-27AA-7785-4407-D47EF10838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AD420-502B-40EC-812A-7F7534BDDD3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69371-613E-EBD0-CB8F-C94B1AD34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DA9A1-96CA-EA9A-C07B-B15E72AFA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927F9-8D5B-4A5D-A4B0-42D409B67E53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CC2033-7521-C317-3C8D-C9158139320C}"/>
              </a:ext>
            </a:extLst>
          </p:cNvPr>
          <p:cNvGrpSpPr/>
          <p:nvPr userDrawn="1"/>
        </p:nvGrpSpPr>
        <p:grpSpPr>
          <a:xfrm>
            <a:off x="11558587" y="3429000"/>
            <a:ext cx="504825" cy="3240562"/>
            <a:chOff x="11558587" y="3429000"/>
            <a:chExt cx="504825" cy="3240562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6039C41-FE40-33D9-BF28-46DDD12008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558587" y="6117112"/>
              <a:ext cx="504825" cy="5524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393F90A-9E86-6C25-E63C-A0426FB67EE9}"/>
                </a:ext>
              </a:extLst>
            </p:cNvPr>
            <p:cNvSpPr txBox="1"/>
            <p:nvPr userDrawn="1"/>
          </p:nvSpPr>
          <p:spPr>
            <a:xfrm rot="16200000">
              <a:off x="10561658" y="4524452"/>
              <a:ext cx="24986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8C4FF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www.flairstech.com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DFB403-1619-6C9D-9A9B-569B0DDDCDAD}"/>
              </a:ext>
            </a:extLst>
          </p:cNvPr>
          <p:cNvCxnSpPr/>
          <p:nvPr userDrawn="1"/>
        </p:nvCxnSpPr>
        <p:spPr>
          <a:xfrm flipV="1">
            <a:off x="11937957" y="0"/>
            <a:ext cx="0" cy="5927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12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66FF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 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 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 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 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3246120"/>
            <a:ext cx="6766560" cy="1737360"/>
          </a:xfrm>
        </p:spPr>
        <p:txBody>
          <a:bodyPr wrap="square" anchor="b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Poppins"/>
              </a:rPr>
              <a:t>Modern Java, Maven, JUnit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6FDFE2"/>
                </a:solidFill>
                <a:latin typeface="Poppins"/>
              </a:rPr>
              <a:t>WEEK 4  ·  SESSION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074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Poppins"/>
              </a:rPr>
              <a:t>Java + Spring Boot Internship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Today's plan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Lambdas and functional interfaces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Streams: filter, map, collect, groupingBy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Optional, records and pattern matching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Maven and JUnit 5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Afternoon lab: Library System v2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By the end of today, you can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Write a lambda and pass it to a method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Replace a loop with a stream pipeline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Return Optional instead of null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Model data with records and switch on its type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Run mvn test and write a JUnit 5 test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Lambdas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Behaviour as a value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Lambda syntax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// Before: an anonymous class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words.sort(new Comparator&lt;String&gt;()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public int compare(String a, String b)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return Integer.compare(a.length(), b.length());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// After: a lambda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words.sort((a, b) -&gt; b.length() - a.length());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words.forEach(w -&gt; System.out.print(w + " "));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words.removeIf(w -&gt; w.length() &lt;= 3);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 minLength = 5;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words.removeIf(w -&gt; w.length() &lt; minLength);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// minLength = 6;  // not allowed: effectively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Lambdas.java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How it 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(a, b) -&gt; a + b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parameters, arrow, body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One parameter: no brackets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Captured variables must be effectively final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Functional interfaces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Predicate&lt;String&gt; isLong = s -&gt; s.length() &gt; 4;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Function&lt;String, Integer&gt; length = String::length;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Supplier&lt;String&gt; greeting = () -&gt; "Hello";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Consumer&lt;String&gt; printer = s -&gt; System.out.println(s);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isLong.test("banana");        // true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length.apply("kiwi");         // 4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greeting.get();               // Hello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printer.accept("hi");         // hi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// Our own: one abstract method is enough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@FunctionalInterface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interface Discount { double apply(double price);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Discount tenPercent = p -&gt; p * 0.9;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FunctionalInterfaces.java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The five you meet daily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Predicate&lt;T&gt;: T to boolean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Function&lt;T,R&gt;: T to 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Supplier&lt;T&gt;: nothing to 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Consumer&lt;T&gt;: T to nothing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UnaryOperator&lt;T&gt;: T to 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Method references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names.forEach(System.out::println);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List&lt;Integer&gt; lengths = names.stream()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.map(String::length)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.toList();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books.stream().filter(Book::isClassic).toList();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Function&lt;String, Integer&gt; parse = Integer::parseInt;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Supplier&lt;StringBuilder&gt; maker = StringBuilder::new;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MethodReferences.java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Four shapes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Class::staticMethod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object::method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Class::instanceMethod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Class::new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Pipelines instead of loops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Stream pipeline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List&lt;Integer&gt; numbers = List.of(5, 12, 8, 3, 20, 7, 12);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List&lt;Integer&gt; bigSquares = numbers.stream()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.filter(n -&gt; n &gt;= 8)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.map(n -&gt; n * n)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.sorted()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.distinct()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.toList();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// [64, 144, 400]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numbers.stream().count();                  // 7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numbers.stream().mapToInt(n -&gt; n).sum();   // 67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numbers.stream().anyMatch(n -&gt; n &gt; 15);    // true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numbers.stream().max(Integer::compare);    // Optional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StreamsBasics.java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Three parts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Source: list.stream()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Intermediate: filter, map, sorted, distinct (lazy)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Terminal: toList, count, sum (runs it)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 stream is used once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Predict the output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var pipeline = numbers.stream().filter(n -&gt;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System.out.println("checking " + n);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return n &gt; 10;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System.out.println("pipeline built");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System.out.println(pipeline.toList());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var s = numbers.stream();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s.count();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s.count();    //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StreamsBasics.java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Think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Is anything printed when the pipeline is built?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In what order are items checked?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What does the second count() do?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collect and groupingBy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record Student(String name, String city, int grade)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students.stream().map(Student::name)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.collect(Collectors.joining(", "));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Map&lt;String, Long&gt; countPerCity = students.stream()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.collect(Collectors.groupingBy(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Student::city, TreeMap::new, Collectors.counting()));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// {Alex=1, Cairo=2, Giza=2}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Map&lt;Boolean, List&lt;Student&gt;&gt; passFail = students.stream()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.collect(Collectors.partitioningBy(s -&gt; s.grade() &gt;= 70));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StreamsCollect.java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Typical collectors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joining(", ")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groupingBy(key)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counting, summingInt, averagingInt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partitioningBy(test)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toMap(key, value)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Optional and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Say what you mean in the type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Optional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 Optional&lt;Book&gt; findByTitle(String title)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return BOOKS.stream()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.filter(b -&gt; b.title().equalsIgnoreCase(title))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.findFirst();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findByTitle("ulysses").map(Book::author).orElse("unknown");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findByTitle("dune").ifPresent(b -&gt; System.out.println(b));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findByTitle("ulysses").orElseThrow(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() -&gt; new IllegalArgumentException("No such book"));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OptionalDemo.java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Use it as a return type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Not as a field or a parameter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get() on empty throws: prefer orElse, orElseThrow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map transforms inside 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Records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record Point(int x, int y)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record Book(String isbn, String title, int year)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Book {                     // compact constructor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if (isbn == null || isbn.isBlank())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throw new IllegalArgumentException("isbn?");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title = title.trim();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boolean isClassic() { return year &lt; 1950;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new Point(3, 4);                 // Point[x=3, y=4]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new Point(3, 4).equals(new Point(3, 4));   //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Records.java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What you get for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Constructor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Accessors x(), not getX()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equals, hashCode, toString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Fields are final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Pattern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Test the type and unpack it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switch and sealed types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sealed interface Shape permits Circle, Rectangle, Square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record Circle(double radius) implements Shape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record Rectangle(double width, double height) implements Shape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record Square(double side) implements Shape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static double area(Shape shape)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return switch (shape)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case Circle c -&gt; Math.PI * c.radius() * c.radius();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case Rectangle r -&gt; r.width() * r.height();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case Square s -&gt; s.side() * s.side();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};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if (o instanceof String s &amp;&amp; s.length() &gt; 3) { ...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PatternMatching.java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switch is an expression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Case by type, with a guard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sealed: the compiler knows every case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No default needed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2648" y="2514600"/>
            <a:ext cx="5486400" cy="1371600"/>
          </a:xfrm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366FF"/>
                </a:solidFill>
                <a:latin typeface="Poppins"/>
              </a:rPr>
              <a:t>Maven and JUnit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8C4FF4"/>
                </a:solidFill>
                <a:latin typeface="Poppi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7763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B6475"/>
                </a:solidFill>
                <a:latin typeface="Poppins"/>
              </a:rPr>
              <a:t>Build it, test it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Maven in one slide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&lt;groupId&gt;com.flairs&lt;/groupId&gt;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&lt;artifactId&gt;maven-demo&lt;/artifactId&gt;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&lt;version&gt;1.0-SNAPSHOT&lt;/version&gt;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&lt;properties&gt;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&lt;maven.compiler.release&gt;25&lt;/maven.compiler.release&gt;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&lt;/properties&gt;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&lt;dependencies&gt;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&lt;dependency&gt;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&lt;groupId&gt;org.junit.jupiter&lt;/groupId&gt;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&lt;artifactId&gt;junit-jupiter&lt;/artifactId&gt;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&lt;version&gt;5.11.4&lt;/version&gt;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&lt;scope&gt;test&lt;/scope&gt;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&lt;/dependency&gt;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&lt;/dependencies&gt;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maven-demo/pom.xml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mvn compile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mvn test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mvn package: builds the jar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mvn clean: deletes target/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src/main and src/test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JUnit 5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class CalculatorTest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private Calculator calc;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@BeforeEach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void setUp() { calc = new Calculator();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@Test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void addReturnsSum()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assertEquals(5, calc.add(2, 3));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@Test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void divideByZeroThrows()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assertThrows(IllegalArgumentException.class,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    () -&gt; calc.divide(1, 0));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// @ParameterizedTest + @CsvSource({ "10, 2, 5", "9, 3, 3" })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// runs the same test body once per row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CalculatorTest.java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Anatomy of a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@Test marks a test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@BeforeEach: fresh object per test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assertEquals(expected, actual)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assertThrows for exceptions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@ParameterizedTest: many cases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Live coding: Library v2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de"/>
          <p:cNvSpPr/>
          <p:nvPr/>
        </p:nvSpPr>
        <p:spPr>
          <a:xfrm>
            <a:off x="841248" y="1508760"/>
            <a:ext cx="7086600" cy="43434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28600" rIns="228600" tIns="384048" bIns="137160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public Optional&lt;Book&gt; findBook(String isbn)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return Optional.ofNullable(books.get(isbn));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public Map&lt;String, Long&gt; countByGenre()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return books.values().stream()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.collect(Collectors.groupingBy(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Book::genre, TreeMap::new, Collectors.counting()));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public List&lt;Book&gt; oldestBooks(int n)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return books.values().stream()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.sorted(Comparator.comparingInt(Book::year)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    .thenComparing(Book::title))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.limit(n)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        .toList();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en-US" sz="1300" i="0">
                <a:solidFill>
                  <a:srgbClr val="B9A6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002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6FDFE2"/>
                </a:solidFill>
                <a:latin typeface="Poppins"/>
              </a:rPr>
              <a:t>library-v2/Library.java</a:t>
            </a:r>
          </a:p>
        </p:txBody>
      </p:sp>
      <p:sp>
        <p:nvSpPr>
          <p:cNvPr id="6" name="Card Scanner methods"/>
          <p:cNvSpPr/>
          <p:nvPr/>
        </p:nvSpPr>
        <p:spPr>
          <a:xfrm>
            <a:off x="8183879" y="1508760"/>
            <a:ext cx="2880360" cy="4343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5048" y="1709928"/>
            <a:ext cx="24780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We build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8" y="2167128"/>
            <a:ext cx="2478024" cy="3483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Book, Member, Loan become records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findBook returns Optional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Reports with streams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Errors: one LibraryException</a:t>
            </a:r>
          </a:p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Tests next to each method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Afternoon lab (14:00 to 16:45)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 1: Streams warm-up, replace the loops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 2: Order report with records and streams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 3: Library v2 as a Maven project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Lab 3 goal: 15 or more JUnit tests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Open a pull request for Library v2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Thursday checkpoint preview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Three problems: arrays, strings, collections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One OOP design task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Write a stream pipeline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Read a failing JUnit report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Pick records or classes, and explain why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Materials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Slides"/>
          <p:cNvSpPr/>
          <p:nvPr/>
        </p:nvSpPr>
        <p:spPr>
          <a:xfrm>
            <a:off x="84124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This deck: Session07_Modern_Java_Maven_and_JUnit.pptx</a:t>
            </a:r>
          </a:p>
        </p:txBody>
      </p:sp>
      <p:sp>
        <p:nvSpPr>
          <p:cNvPr id="7" name="Card Demo code"/>
          <p:cNvSpPr/>
          <p:nvPr/>
        </p:nvSpPr>
        <p:spPr>
          <a:xfrm>
            <a:off x="6053328" y="146304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54496" y="166420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Demo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12140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files/session-07/demos/: one file per code slide; maven-demo/ for Maven and JUnit</a:t>
            </a:r>
          </a:p>
        </p:txBody>
      </p:sp>
      <p:sp>
        <p:nvSpPr>
          <p:cNvPr id="10" name="Card Lab starters"/>
          <p:cNvSpPr/>
          <p:nvPr/>
        </p:nvSpPr>
        <p:spPr>
          <a:xfrm>
            <a:off x="84124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4241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Lab starters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lab/starter/: two single-file labs and the library-v2 Maven project</a:t>
            </a:r>
          </a:p>
        </p:txBody>
      </p:sp>
      <p:sp>
        <p:nvSpPr>
          <p:cNvPr id="13" name="Card Lab solutions"/>
          <p:cNvSpPr/>
          <p:nvPr/>
        </p:nvSpPr>
        <p:spPr>
          <a:xfrm>
            <a:off x="6053328" y="3429000"/>
            <a:ext cx="4983480" cy="173736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54496" y="3630168"/>
            <a:ext cx="4581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Lab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4087368"/>
            <a:ext cx="45811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lab/solutions/: shared after the lab, at 16:45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Resources for this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)"/>
          <p:cNvSpPr/>
          <p:nvPr/>
        </p:nvSpPr>
        <p:spPr>
          <a:xfrm>
            <a:off x="84124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Watch (Arabic)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Adel Nasim: Java playlist / Elzero: Git and GitHub / Mohamed Shoshan: Level 2</a:t>
            </a:r>
          </a:p>
        </p:txBody>
      </p:sp>
      <p:sp>
        <p:nvSpPr>
          <p:cNvPr id="7" name="Card Read (English)"/>
          <p:cNvSpPr/>
          <p:nvPr/>
        </p:nvSpPr>
        <p:spPr>
          <a:xfrm>
            <a:off x="431596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Read (English)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dev.java: Lambdas / dev.java: Streams / Baeldung: Java Records</a:t>
            </a:r>
          </a:p>
        </p:txBody>
      </p:sp>
      <p:sp>
        <p:nvSpPr>
          <p:cNvPr id="10" name="Card Practice"/>
          <p:cNvSpPr/>
          <p:nvPr/>
        </p:nvSpPr>
        <p:spPr>
          <a:xfrm>
            <a:off x="7790688" y="146304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66420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21408"/>
            <a:ext cx="2889504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LeetCode: Group Anagrams / LeetCode: Top K Frequent / LeetCode SQL 50 (5)</a:t>
            </a:r>
          </a:p>
        </p:txBody>
      </p:sp>
      <p:sp>
        <p:nvSpPr>
          <p:cNvPr id="13" name="Resource tip band"/>
          <p:cNvSpPr/>
          <p:nvPr/>
        </p:nvSpPr>
        <p:spPr>
          <a:xfrm>
            <a:off x="841248" y="5029200"/>
            <a:ext cx="10241280" cy="8229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9784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366FF"/>
                </a:solidFill>
                <a:latin typeface="Poppins"/>
              </a:rPr>
              <a:t>Tip: if a loop only filters, maps or counts, try the stream version first.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Before the next session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rd Watch (Arabic first)"/>
          <p:cNvSpPr/>
          <p:nvPr/>
        </p:nvSpPr>
        <p:spPr>
          <a:xfrm>
            <a:off x="84124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4241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366FF"/>
                </a:solidFill>
                <a:latin typeface="Poppins"/>
              </a:rPr>
              <a:t>Watch (Arabic first)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Elzero: MySQL JOIN lessons / dev.java: Optional / HTTP basics video</a:t>
            </a:r>
          </a:p>
        </p:txBody>
      </p:sp>
      <p:sp>
        <p:nvSpPr>
          <p:cNvPr id="7" name="Card Practice"/>
          <p:cNvSpPr/>
          <p:nvPr/>
        </p:nvSpPr>
        <p:spPr>
          <a:xfrm>
            <a:off x="431596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E3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1713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E2841"/>
                </a:solidFill>
                <a:latin typeface="Poppins"/>
              </a:rPr>
              <a:t>Practice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>
                <a:solidFill>
                  <a:srgbClr val="1B2433"/>
                </a:solidFill>
                <a:latin typeface="Poppins"/>
              </a:rPr>
              <a:t>Finish Library v2 and open a PR / LeetCode: Group Anagrams / LeetCode SQL 50 (5)</a:t>
            </a:r>
          </a:p>
        </p:txBody>
      </p:sp>
      <p:sp>
        <p:nvSpPr>
          <p:cNvPr id="10" name="Card Intern B track"/>
          <p:cNvSpPr/>
          <p:nvPr/>
        </p:nvSpPr>
        <p:spPr>
          <a:xfrm>
            <a:off x="7790688" y="1508760"/>
            <a:ext cx="3291840" cy="4297680"/>
          </a:xfrm>
          <a:prstGeom prst="roundRect">
            <a:avLst>
              <a:gd name="adj" fmla="val 8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91856" y="1709928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4FF4"/>
                </a:solidFill>
                <a:latin typeface="Poppins"/>
              </a:rPr>
              <a:t>Intern B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167128"/>
            <a:ext cx="2889504" cy="3438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lr>
                <a:srgbClr val="0366FF"/>
              </a:buClr>
              <a:buChar char="•"/>
            </a:pPr>
            <a:r>
              <a:rPr lang="en-US" sz="1400" b="0" i="0" u="sng">
                <a:solidFill>
                  <a:srgbClr val="0366FF"/>
                </a:solidFill>
                <a:latin typeface="Poppins"/>
              </a:rPr>
              <a:t>Refactor Library v1 loops into streams / Add a parameterized test / Read about threads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84048"/>
            <a:ext cx="10241280" cy="777240"/>
          </a:xfrm>
        </p:spPr>
        <p:txBody>
          <a:bodyPr wrap="square" anchor="ctr"/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0366FF"/>
                </a:solidFill>
                <a:latin typeface="Poppins"/>
              </a:rPr>
              <a:t>Key takeaways</a:t>
            </a:r>
          </a:p>
        </p:txBody>
      </p:sp>
      <p:sp>
        <p:nvSpPr>
          <p:cNvPr id="3" name="Title pill"/>
          <p:cNvSpPr/>
          <p:nvPr/>
        </p:nvSpPr>
        <p:spPr>
          <a:xfrm>
            <a:off x="548640" y="521207"/>
            <a:ext cx="118872" cy="502920"/>
          </a:xfrm>
          <a:prstGeom prst="roundRect">
            <a:avLst>
              <a:gd name="adj" fmla="val 50000"/>
            </a:avLst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" y="150876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A lambda is a function you can pass around</a:t>
            </a:r>
          </a:p>
        </p:txBody>
      </p:sp>
      <p:sp>
        <p:nvSpPr>
          <p:cNvPr id="6" name="Oval 5"/>
          <p:cNvSpPr/>
          <p:nvPr/>
        </p:nvSpPr>
        <p:spPr>
          <a:xfrm>
            <a:off x="841248" y="2377439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3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Streams: source, intermediate steps, terminal step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3246120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Optional and records say what you mean in the type</a:t>
            </a:r>
          </a:p>
        </p:txBody>
      </p:sp>
      <p:sp>
        <p:nvSpPr>
          <p:cNvPr id="10" name="Oval 9"/>
          <p:cNvSpPr/>
          <p:nvPr/>
        </p:nvSpPr>
        <p:spPr>
          <a:xfrm>
            <a:off x="841248" y="4114800"/>
            <a:ext cx="566928" cy="566928"/>
          </a:xfrm>
          <a:prstGeom prst="ellipse">
            <a:avLst/>
          </a:prstGeom>
          <a:solidFill>
            <a:srgbClr val="8C4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Maven builds, JUnit proves it works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4983479"/>
            <a:ext cx="566928" cy="566928"/>
          </a:xfrm>
          <a:prstGeom prst="ellipse">
            <a:avLst/>
          </a:prstGeom>
          <a:solidFill>
            <a:srgbClr val="03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983479"/>
            <a:ext cx="9418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B2433"/>
                </a:solidFill>
                <a:latin typeface="Poppins"/>
              </a:rPr>
              <a:t>Test every method of Library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airsTech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6FDFE2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366FF"/>
      </a:accent1>
      <a:accent2>
        <a:srgbClr val="8C4FF4"/>
      </a:accent2>
      <a:accent3>
        <a:srgbClr val="8C4FF4"/>
      </a:accent3>
      <a:accent4>
        <a:srgbClr val="8D98FF"/>
      </a:accent4>
      <a:accent5>
        <a:srgbClr val="6FDFE2"/>
      </a:accent5>
      <a:accent6>
        <a:srgbClr val="8D98FF"/>
      </a:accent6>
      <a:hlink>
        <a:srgbClr val="0366FF"/>
      </a:hlink>
      <a:folHlink>
        <a:srgbClr val="0366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c554bfa-441c-4d2e-8d7f-5905a154967e">
      <Terms xmlns="http://schemas.microsoft.com/office/infopath/2007/PartnerControls"/>
    </lcf76f155ced4ddcb4097134ff3c332f>
    <TaxCatchAll xmlns="267263e3-1fcf-48fa-b14d-81517c84331f" xsi:nil="true"/>
    <TEST xmlns="0c554bfa-441c-4d2e-8d7f-5905a15496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597CAA107D94DBD46465D370C6836" ma:contentTypeVersion="15" ma:contentTypeDescription="Create a new document." ma:contentTypeScope="" ma:versionID="8a2f6d7c6cdf44e3d612298ede818f3f">
  <xsd:schema xmlns:xsd="http://www.w3.org/2001/XMLSchema" xmlns:xs="http://www.w3.org/2001/XMLSchema" xmlns:p="http://schemas.microsoft.com/office/2006/metadata/properties" xmlns:ns2="0c554bfa-441c-4d2e-8d7f-5905a154967e" xmlns:ns3="267263e3-1fcf-48fa-b14d-81517c84331f" targetNamespace="http://schemas.microsoft.com/office/2006/metadata/properties" ma:root="true" ma:fieldsID="50cf253f2fde9752ab1e7d332fc8c9db" ns2:_="" ns3:_="">
    <xsd:import namespace="0c554bfa-441c-4d2e-8d7f-5905a154967e"/>
    <xsd:import namespace="267263e3-1fcf-48fa-b14d-81517c8433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TES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554bfa-441c-4d2e-8d7f-5905a15496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221b6bc-48c5-41a2-80f4-3c758f1151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EST" ma:index="22" nillable="true" ma:displayName="TEST" ma:format="Thumbnail" ma:internalName="TEST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7263e3-1fcf-48fa-b14d-81517c84331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c5d7adb-28fd-43b1-89e6-63139f817e49}" ma:internalName="TaxCatchAll" ma:showField="CatchAllData" ma:web="267263e3-1fcf-48fa-b14d-81517c8433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4A2C8A-29A8-40EB-B812-08F2A2A15023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267263e3-1fcf-48fa-b14d-81517c84331f"/>
    <ds:schemaRef ds:uri="http://purl.org/dc/elements/1.1/"/>
    <ds:schemaRef ds:uri="http://schemas.microsoft.com/office/2006/metadata/properties"/>
    <ds:schemaRef ds:uri="http://schemas.microsoft.com/office/infopath/2007/PartnerControls"/>
    <ds:schemaRef ds:uri="0c554bfa-441c-4d2e-8d7f-5905a154967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2F0A244-F1B4-48C8-B90B-FE82002C6D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D8C1A3-981A-4C7E-A414-9868EA333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554bfa-441c-4d2e-8d7f-5905a154967e"/>
    <ds:schemaRef ds:uri="267263e3-1fcf-48fa-b14d-81517c8433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>
  <TotalTime>0</TotalTime>
  <Application>Microsoft Office PowerPoint</Application>
  <PresentationFormat>Widescreen</PresentationFormat>
  <Slides>23</Slides>
  <Notes>23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 Ashraf Abubakr</dc:creator>
  <cp:lastModifiedBy>Islam Kamel</cp:lastModifiedBy>
  <cp:revision>2</cp:revision>
  <dcterms:created xsi:type="dcterms:W3CDTF">2025-10-05T10:08:59Z</dcterms:created>
  <dcterms:modified xsi:type="dcterms:W3CDTF">2026-10-05T10:23:19Z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0x0101002F8597CAA107D94DBD46465D370C6836</vt:lpwstr>
  </property>
  <property fmtid="{D5CDD505-2E9C-101B-9397-08002B2CF9AE}" pid="3" name="MediaServiceImageTags">
    <vt:lpwstr/>
  </property>
</Properties>
</file>