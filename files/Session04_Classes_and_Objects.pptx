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8" r:id="rId5"/>
  </p:sldMasterIdLst>
  <p:sldIdLst>
    <p:sldId id="301" r:id="rId66"/>
    <p:sldId id="302" r:id="rId67"/>
    <p:sldId id="303" r:id="rId68"/>
    <p:sldId id="304" r:id="rId69"/>
    <p:sldId id="305" r:id="rId70"/>
    <p:sldId id="306" r:id="rId71"/>
    <p:sldId id="307" r:id="rId72"/>
    <p:sldId id="308" r:id="rId73"/>
    <p:sldId id="309" r:id="rId74"/>
    <p:sldId id="310" r:id="rId75"/>
    <p:sldId id="311" r:id="rId76"/>
    <p:sldId id="312" r:id="rId77"/>
    <p:sldId id="313" r:id="rId78"/>
    <p:sldId id="314" r:id="rId79"/>
    <p:sldId id="315" r:id="rId80"/>
    <p:sldId id="316" r:id="rId81"/>
    <p:sldId id="317" r:id="rId82"/>
    <p:sldId id="318" r:id="rId83"/>
    <p:sldId id="319" r:id="rId84"/>
    <p:sldId id="320" r:id="rId85"/>
    <p:sldId id="321" r:id="rId86"/>
    <p:sldId id="322" r:id="rId87"/>
    <p:sldId id="323"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49887D-4FC9-410D-9A07-46A0CF493F28}" v="1" dt="2026-05-04T12:30:37.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3"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microsoft.com/office/2015/10/relationships/revisionInfo" Target="revisionInfo.xml"/><Relationship Id="rId66" Type="http://schemas.openxmlformats.org/officeDocument/2006/relationships/slide" Target="slides/slide1.xml"/><Relationship Id="rId67" Type="http://schemas.openxmlformats.org/officeDocument/2006/relationships/slide" Target="slides/slide2.xml"/><Relationship Id="rId68" Type="http://schemas.openxmlformats.org/officeDocument/2006/relationships/slide" Target="slides/slide3.xml"/><Relationship Id="rId69" Type="http://schemas.openxmlformats.org/officeDocument/2006/relationships/slide" Target="slides/slide4.xml"/><Relationship Id="rId70" Type="http://schemas.openxmlformats.org/officeDocument/2006/relationships/slide" Target="slides/slide5.xml"/><Relationship Id="rId71" Type="http://schemas.openxmlformats.org/officeDocument/2006/relationships/slide" Target="slides/slide6.xml"/><Relationship Id="rId72" Type="http://schemas.openxmlformats.org/officeDocument/2006/relationships/slide" Target="slides/slide7.xml"/><Relationship Id="rId73" Type="http://schemas.openxmlformats.org/officeDocument/2006/relationships/slide" Target="slides/slide8.xml"/><Relationship Id="rId74" Type="http://schemas.openxmlformats.org/officeDocument/2006/relationships/slide" Target="slides/slide9.xml"/><Relationship Id="rId75" Type="http://schemas.openxmlformats.org/officeDocument/2006/relationships/slide" Target="slides/slide10.xml"/><Relationship Id="rId76" Type="http://schemas.openxmlformats.org/officeDocument/2006/relationships/slide" Target="slides/slide11.xml"/><Relationship Id="rId77" Type="http://schemas.openxmlformats.org/officeDocument/2006/relationships/slide" Target="slides/slide12.xml"/><Relationship Id="rId78" Type="http://schemas.openxmlformats.org/officeDocument/2006/relationships/slide" Target="slides/slide13.xml"/><Relationship Id="rId79" Type="http://schemas.openxmlformats.org/officeDocument/2006/relationships/slide" Target="slides/slide14.xml"/><Relationship Id="rId80" Type="http://schemas.openxmlformats.org/officeDocument/2006/relationships/slide" Target="slides/slide15.xml"/><Relationship Id="rId81" Type="http://schemas.openxmlformats.org/officeDocument/2006/relationships/slide" Target="slides/slide16.xml"/><Relationship Id="rId82" Type="http://schemas.openxmlformats.org/officeDocument/2006/relationships/slide" Target="slides/slide17.xml"/><Relationship Id="rId83" Type="http://schemas.openxmlformats.org/officeDocument/2006/relationships/slide" Target="slides/slide18.xml"/><Relationship Id="rId84" Type="http://schemas.openxmlformats.org/officeDocument/2006/relationships/slide" Target="slides/slide19.xml"/><Relationship Id="rId85" Type="http://schemas.openxmlformats.org/officeDocument/2006/relationships/slide" Target="slides/slide20.xml"/><Relationship Id="rId86" Type="http://schemas.openxmlformats.org/officeDocument/2006/relationships/slide" Target="slides/slide21.xml"/><Relationship Id="rId87" Type="http://schemas.openxmlformats.org/officeDocument/2006/relationships/slide" Target="slides/slide22.xml"/><Relationship Id="rId88"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Welcome back. You can write methods, arrays and strings. Today is the shift that defines Java: modelling things as objects. Recap question: what does a method do, and what does it receive when you pass an 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Morning is concepts with drawing on the board. The afternoon builds the Week 2 deliverable, so keep the morning on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Read these out. Tell them the drawing of stack and heap is what the quiz will ask.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Ask: what is the difference between the idea of a car and your car? Class is the idea, object is the car.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Say fields, constructor, methods out loud and point at each. Explain that this refers to the object whose method is running, and is needed when a parameter has the same name as a field.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Draw two boxes labelled Rex and Luna, each with their own name and age. Change one and show the other did not change.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Run it: three tickets give numbers 1 2 3 and issued is 3. Explain why a static method cannot touch number: there is no object. This is also why main creates objects.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Answers: 2 1 and 3. mine belongs to each object, total belongs to the class.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is the most important drawing of the week. Use the whiteboard, not the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Draw two columns, stack on the left, heap on the right. Primitives sit in the stack box. For Box the stack holds an arrow to the heap box. Ask what y.size = 99 changes.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Connect back to the string equality trap from Session 2: it was exactly this. Default equals behaves like ==, which is why we write our own later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 new array of objects holds nulls, not objects. This is the most common NPE in the Grade Manager lab, so read the exception line with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Ask: what stops someone from setting a bank balance to minus one million? Nothing, unless the class says so.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Show that t.target = 99 does not compile from another class. Then show the setter rejecting 99. Say: the object is responsible for staying valid.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Show what println(p) prints without toString (class name and a hash). The rule: if equals says two objects are equal, their hashCodes must be equal too. We will use this again with HashMap and HashSet in Week 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is the structure of the Grade Manager: a Student[] plus an int count. Do not teach ArrayList yet, it comes in Week 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Write it with them from an empty class: fields first, then constructor, then deposit, then withdraw. Ask what a test for the rules would look like (the main in the starter).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Starters are in files/session-04/lab/starter. The Grade Manager is the Week 2 deliverable: a repo with a README and 5 or more commits.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Quiz 2 is next session. It is a paper quiz, 30 minutes. Tell them these five task types and say the stack and heap drawing is always included.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Run git pull to get this session's files. Release lab/solutions only after 16:45.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Every link is clickable in slideshow mode. Arabic first for understanding, English for exact details.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Quiz 2 is at the start of the next session. Repos are reviewed before it: README present, 5 or more commits, run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Close by asking each person to say one takeaway in their own words. Then release them to the 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svg"/><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10.jpeg"/><Relationship Id="rId4" Type="http://schemas.openxmlformats.org/officeDocument/2006/relationships/image" Target="../media/image8.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1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A3277D6-61D2-6AFC-65EC-88AA842228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5413" y="-65988"/>
            <a:ext cx="12349112" cy="6969720"/>
          </a:xfrm>
          <a:prstGeom prst="rect">
            <a:avLst/>
          </a:prstGeom>
        </p:spPr>
      </p:pic>
      <p:pic>
        <p:nvPicPr>
          <p:cNvPr id="8" name="Graphic 7">
            <a:extLst>
              <a:ext uri="{FF2B5EF4-FFF2-40B4-BE49-F238E27FC236}">
                <a16:creationId xmlns:a16="http://schemas.microsoft.com/office/drawing/2014/main" id="{8CC7D7DC-0F2E-2B62-710B-701F131C89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23380" y="0"/>
            <a:ext cx="5553585" cy="5611908"/>
          </a:xfrm>
          <a:prstGeom prst="rect">
            <a:avLst/>
          </a:prstGeom>
        </p:spPr>
      </p:pic>
      <p:sp>
        <p:nvSpPr>
          <p:cNvPr id="10" name="Picture Placeholder 70">
            <a:extLst>
              <a:ext uri="{FF2B5EF4-FFF2-40B4-BE49-F238E27FC236}">
                <a16:creationId xmlns:a16="http://schemas.microsoft.com/office/drawing/2014/main" id="{33C6576E-AA77-204E-BAA1-F6ACD6022681}"/>
              </a:ext>
            </a:extLst>
          </p:cNvPr>
          <p:cNvSpPr>
            <a:spLocks noGrp="1"/>
          </p:cNvSpPr>
          <p:nvPr>
            <p:ph type="pic" sz="quarter" idx="10"/>
          </p:nvPr>
        </p:nvSpPr>
        <p:spPr>
          <a:xfrm>
            <a:off x="6063006" y="1443699"/>
            <a:ext cx="4504697" cy="4553736"/>
          </a:xfrm>
          <a:custGeom>
            <a:avLst/>
            <a:gdLst>
              <a:gd name="connsiteX0" fmla="*/ 2659033 w 3998174"/>
              <a:gd name="connsiteY0" fmla="*/ 0 h 4041699"/>
              <a:gd name="connsiteX1" fmla="*/ 3998174 w 3998174"/>
              <a:gd name="connsiteY1" fmla="*/ 0 h 4041699"/>
              <a:gd name="connsiteX2" fmla="*/ 3998174 w 3998174"/>
              <a:gd name="connsiteY2" fmla="*/ 4041699 h 4041699"/>
              <a:gd name="connsiteX3" fmla="*/ 1090763 w 3998174"/>
              <a:gd name="connsiteY3" fmla="*/ 4041699 h 4041699"/>
              <a:gd name="connsiteX4" fmla="*/ 1085848 w 3998174"/>
              <a:gd name="connsiteY4" fmla="*/ 3822541 h 4041699"/>
              <a:gd name="connsiteX5" fmla="*/ 238552 w 3998174"/>
              <a:gd name="connsiteY5" fmla="*/ 1328646 h 4041699"/>
              <a:gd name="connsiteX6" fmla="*/ 0 w 3998174"/>
              <a:gd name="connsiteY6" fmla="*/ 998002 h 4041699"/>
              <a:gd name="connsiteX7" fmla="*/ 0 w 3998174"/>
              <a:gd name="connsiteY7" fmla="*/ 997999 h 4041699"/>
              <a:gd name="connsiteX8" fmla="*/ 276566 w 3998174"/>
              <a:gd name="connsiteY8" fmla="*/ 776711 h 4041699"/>
              <a:gd name="connsiteX9" fmla="*/ 2659033 w 3998174"/>
              <a:gd name="connsiteY9" fmla="*/ 0 h 4041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8174" h="4041699">
                <a:moveTo>
                  <a:pt x="2659033" y="0"/>
                </a:moveTo>
                <a:lnTo>
                  <a:pt x="3998174" y="0"/>
                </a:lnTo>
                <a:lnTo>
                  <a:pt x="3998174" y="4041699"/>
                </a:lnTo>
                <a:lnTo>
                  <a:pt x="1090763" y="4041699"/>
                </a:lnTo>
                <a:lnTo>
                  <a:pt x="1085848" y="3822541"/>
                </a:lnTo>
                <a:cubicBezTo>
                  <a:pt x="1043441" y="2881956"/>
                  <a:pt x="729072" y="2059070"/>
                  <a:pt x="238552" y="1328646"/>
                </a:cubicBezTo>
                <a:lnTo>
                  <a:pt x="0" y="998002"/>
                </a:lnTo>
                <a:lnTo>
                  <a:pt x="0" y="997999"/>
                </a:lnTo>
                <a:lnTo>
                  <a:pt x="276566" y="776711"/>
                </a:lnTo>
                <a:cubicBezTo>
                  <a:pt x="944682" y="288344"/>
                  <a:pt x="1768167" y="0"/>
                  <a:pt x="2659033" y="0"/>
                </a:cubicBez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83964930-A986-5A1B-B9ED-C10FCF2BBCA3}"/>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Tree>
    <p:extLst>
      <p:ext uri="{BB962C8B-B14F-4D97-AF65-F5344CB8AC3E}">
        <p14:creationId xmlns:p14="http://schemas.microsoft.com/office/powerpoint/2010/main" val="2554948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E70DFD6-7FCD-6AAB-D023-01BF81F148E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4" y="0"/>
            <a:ext cx="12257988" cy="6897461"/>
          </a:xfrm>
          <a:prstGeom prst="rect">
            <a:avLst/>
          </a:prstGeom>
        </p:spPr>
      </p:pic>
      <p:sp>
        <p:nvSpPr>
          <p:cNvPr id="13" name="Picture Placeholder 59">
            <a:extLst>
              <a:ext uri="{FF2B5EF4-FFF2-40B4-BE49-F238E27FC236}">
                <a16:creationId xmlns:a16="http://schemas.microsoft.com/office/drawing/2014/main" id="{C17C03D7-BFB3-0407-ABDF-E8A9FD6264B9}"/>
              </a:ext>
            </a:extLst>
          </p:cNvPr>
          <p:cNvSpPr>
            <a:spLocks noGrp="1"/>
          </p:cNvSpPr>
          <p:nvPr>
            <p:ph type="pic" sz="quarter" idx="10"/>
          </p:nvPr>
        </p:nvSpPr>
        <p:spPr>
          <a:xfrm>
            <a:off x="6305387" y="0"/>
            <a:ext cx="5264150" cy="5872423"/>
          </a:xfrm>
          <a:custGeom>
            <a:avLst/>
            <a:gdLst>
              <a:gd name="connsiteX0" fmla="*/ 0 w 5264150"/>
              <a:gd name="connsiteY0" fmla="*/ 2948796 h 5872423"/>
              <a:gd name="connsiteX1" fmla="*/ 2645418 w 5264150"/>
              <a:gd name="connsiteY1" fmla="*/ 2948796 h 5872423"/>
              <a:gd name="connsiteX2" fmla="*/ 5261511 w 5264150"/>
              <a:gd name="connsiteY2" fmla="*/ 2948796 h 5872423"/>
              <a:gd name="connsiteX3" fmla="*/ 5264150 w 5264150"/>
              <a:gd name="connsiteY3" fmla="*/ 2948796 h 5872423"/>
              <a:gd name="connsiteX4" fmla="*/ 5264150 w 5264150"/>
              <a:gd name="connsiteY4" fmla="*/ 5872423 h 5872423"/>
              <a:gd name="connsiteX5" fmla="*/ 4980322 w 5264150"/>
              <a:gd name="connsiteY5" fmla="*/ 5872423 h 5872423"/>
              <a:gd name="connsiteX6" fmla="*/ 2657464 w 5264150"/>
              <a:gd name="connsiteY6" fmla="*/ 3775313 h 5872423"/>
              <a:gd name="connsiteX7" fmla="*/ 2645418 w 5264150"/>
              <a:gd name="connsiteY7" fmla="*/ 3538785 h 5872423"/>
              <a:gd name="connsiteX8" fmla="*/ 2645418 w 5264150"/>
              <a:gd name="connsiteY8" fmla="*/ 5872423 h 5872423"/>
              <a:gd name="connsiteX9" fmla="*/ 2334516 w 5264150"/>
              <a:gd name="connsiteY9" fmla="*/ 5872423 h 5872423"/>
              <a:gd name="connsiteX10" fmla="*/ 11726 w 5264150"/>
              <a:gd name="connsiteY10" fmla="*/ 3775370 h 5872423"/>
              <a:gd name="connsiteX11" fmla="*/ 0 w 5264150"/>
              <a:gd name="connsiteY11" fmla="*/ 3545136 h 5872423"/>
              <a:gd name="connsiteX12" fmla="*/ 0 w 5264150"/>
              <a:gd name="connsiteY12" fmla="*/ 0 h 5872423"/>
              <a:gd name="connsiteX13" fmla="*/ 2645418 w 5264150"/>
              <a:gd name="connsiteY13" fmla="*/ 0 h 5872423"/>
              <a:gd name="connsiteX14" fmla="*/ 2653008 w 5264150"/>
              <a:gd name="connsiteY14" fmla="*/ 0 h 5872423"/>
              <a:gd name="connsiteX15" fmla="*/ 2675132 w 5264150"/>
              <a:gd name="connsiteY15" fmla="*/ 0 h 5872423"/>
              <a:gd name="connsiteX16" fmla="*/ 2710820 w 5264150"/>
              <a:gd name="connsiteY16" fmla="*/ 0 h 5872423"/>
              <a:gd name="connsiteX17" fmla="*/ 2759105 w 5264150"/>
              <a:gd name="connsiteY17" fmla="*/ 0 h 5872423"/>
              <a:gd name="connsiteX18" fmla="*/ 2819017 w 5264150"/>
              <a:gd name="connsiteY18" fmla="*/ 0 h 5872423"/>
              <a:gd name="connsiteX19" fmla="*/ 2889587 w 5264150"/>
              <a:gd name="connsiteY19" fmla="*/ 0 h 5872423"/>
              <a:gd name="connsiteX20" fmla="*/ 2969846 w 5264150"/>
              <a:gd name="connsiteY20" fmla="*/ 0 h 5872423"/>
              <a:gd name="connsiteX21" fmla="*/ 3058825 w 5264150"/>
              <a:gd name="connsiteY21" fmla="*/ 0 h 5872423"/>
              <a:gd name="connsiteX22" fmla="*/ 3155556 w 5264150"/>
              <a:gd name="connsiteY22" fmla="*/ 0 h 5872423"/>
              <a:gd name="connsiteX23" fmla="*/ 3259070 w 5264150"/>
              <a:gd name="connsiteY23" fmla="*/ 0 h 5872423"/>
              <a:gd name="connsiteX24" fmla="*/ 3482568 w 5264150"/>
              <a:gd name="connsiteY24" fmla="*/ 0 h 5872423"/>
              <a:gd name="connsiteX25" fmla="*/ 3721569 w 5264150"/>
              <a:gd name="connsiteY25" fmla="*/ 0 h 5872423"/>
              <a:gd name="connsiteX26" fmla="*/ 3968322 w 5264150"/>
              <a:gd name="connsiteY26" fmla="*/ 0 h 5872423"/>
              <a:gd name="connsiteX27" fmla="*/ 4215074 w 5264150"/>
              <a:gd name="connsiteY27" fmla="*/ 0 h 5872423"/>
              <a:gd name="connsiteX28" fmla="*/ 4454075 w 5264150"/>
              <a:gd name="connsiteY28" fmla="*/ 0 h 5872423"/>
              <a:gd name="connsiteX29" fmla="*/ 4677574 w 5264150"/>
              <a:gd name="connsiteY29" fmla="*/ 0 h 5872423"/>
              <a:gd name="connsiteX30" fmla="*/ 4781087 w 5264150"/>
              <a:gd name="connsiteY30" fmla="*/ 0 h 5872423"/>
              <a:gd name="connsiteX31" fmla="*/ 4877818 w 5264150"/>
              <a:gd name="connsiteY31" fmla="*/ 0 h 5872423"/>
              <a:gd name="connsiteX32" fmla="*/ 4966797 w 5264150"/>
              <a:gd name="connsiteY32" fmla="*/ 0 h 5872423"/>
              <a:gd name="connsiteX33" fmla="*/ 5047056 w 5264150"/>
              <a:gd name="connsiteY33" fmla="*/ 0 h 5872423"/>
              <a:gd name="connsiteX34" fmla="*/ 5117626 w 5264150"/>
              <a:gd name="connsiteY34" fmla="*/ 0 h 5872423"/>
              <a:gd name="connsiteX35" fmla="*/ 5177538 w 5264150"/>
              <a:gd name="connsiteY35" fmla="*/ 0 h 5872423"/>
              <a:gd name="connsiteX36" fmla="*/ 5225823 w 5264150"/>
              <a:gd name="connsiteY36" fmla="*/ 0 h 5872423"/>
              <a:gd name="connsiteX37" fmla="*/ 5261511 w 5264150"/>
              <a:gd name="connsiteY37" fmla="*/ 0 h 5872423"/>
              <a:gd name="connsiteX38" fmla="*/ 5264150 w 5264150"/>
              <a:gd name="connsiteY38" fmla="*/ 0 h 5872423"/>
              <a:gd name="connsiteX39" fmla="*/ 5264150 w 5264150"/>
              <a:gd name="connsiteY39" fmla="*/ 2923627 h 5872423"/>
              <a:gd name="connsiteX40" fmla="*/ 4980322 w 5264150"/>
              <a:gd name="connsiteY40" fmla="*/ 2923627 h 5872423"/>
              <a:gd name="connsiteX41" fmla="*/ 2657464 w 5264150"/>
              <a:gd name="connsiteY41" fmla="*/ 826517 h 5872423"/>
              <a:gd name="connsiteX42" fmla="*/ 2645418 w 5264150"/>
              <a:gd name="connsiteY42" fmla="*/ 589989 h 5872423"/>
              <a:gd name="connsiteX43" fmla="*/ 2645418 w 5264150"/>
              <a:gd name="connsiteY43" fmla="*/ 2923627 h 5872423"/>
              <a:gd name="connsiteX44" fmla="*/ 2334516 w 5264150"/>
              <a:gd name="connsiteY44" fmla="*/ 2923627 h 5872423"/>
              <a:gd name="connsiteX45" fmla="*/ 11726 w 5264150"/>
              <a:gd name="connsiteY45" fmla="*/ 826573 h 5872423"/>
              <a:gd name="connsiteX46" fmla="*/ 0 w 5264150"/>
              <a:gd name="connsiteY46" fmla="*/ 596340 h 587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264150" h="5872423">
                <a:moveTo>
                  <a:pt x="0" y="2948796"/>
                </a:moveTo>
                <a:lnTo>
                  <a:pt x="2645418" y="2948796"/>
                </a:lnTo>
                <a:cubicBezTo>
                  <a:pt x="2645418" y="2948796"/>
                  <a:pt x="4970834" y="2948796"/>
                  <a:pt x="5261511" y="2948796"/>
                </a:cubicBezTo>
                <a:lnTo>
                  <a:pt x="5264150" y="2948796"/>
                </a:lnTo>
                <a:lnTo>
                  <a:pt x="5264150" y="5872423"/>
                </a:lnTo>
                <a:lnTo>
                  <a:pt x="4980322" y="5872423"/>
                </a:lnTo>
                <a:cubicBezTo>
                  <a:pt x="3776390" y="5872423"/>
                  <a:pt x="2777609" y="4948947"/>
                  <a:pt x="2657464" y="3775313"/>
                </a:cubicBezTo>
                <a:lnTo>
                  <a:pt x="2645418" y="3538785"/>
                </a:lnTo>
                <a:lnTo>
                  <a:pt x="2645418" y="5872423"/>
                </a:lnTo>
                <a:lnTo>
                  <a:pt x="2334516" y="5872423"/>
                </a:lnTo>
                <a:cubicBezTo>
                  <a:pt x="1130584" y="5872487"/>
                  <a:pt x="131863" y="4948955"/>
                  <a:pt x="11726" y="3775370"/>
                </a:cubicBezTo>
                <a:lnTo>
                  <a:pt x="0" y="3545136"/>
                </a:lnTo>
                <a:close/>
                <a:moveTo>
                  <a:pt x="0" y="0"/>
                </a:moveTo>
                <a:lnTo>
                  <a:pt x="2645418" y="0"/>
                </a:lnTo>
                <a:lnTo>
                  <a:pt x="2653008" y="0"/>
                </a:lnTo>
                <a:lnTo>
                  <a:pt x="2675132" y="0"/>
                </a:lnTo>
                <a:lnTo>
                  <a:pt x="2710820" y="0"/>
                </a:lnTo>
                <a:lnTo>
                  <a:pt x="2759105" y="0"/>
                </a:lnTo>
                <a:lnTo>
                  <a:pt x="2819017" y="0"/>
                </a:lnTo>
                <a:lnTo>
                  <a:pt x="2889587" y="0"/>
                </a:lnTo>
                <a:lnTo>
                  <a:pt x="2969846" y="0"/>
                </a:lnTo>
                <a:lnTo>
                  <a:pt x="3058825" y="0"/>
                </a:lnTo>
                <a:lnTo>
                  <a:pt x="3155556" y="0"/>
                </a:lnTo>
                <a:lnTo>
                  <a:pt x="3259070" y="0"/>
                </a:lnTo>
                <a:lnTo>
                  <a:pt x="3482568" y="0"/>
                </a:lnTo>
                <a:lnTo>
                  <a:pt x="3721569" y="0"/>
                </a:lnTo>
                <a:lnTo>
                  <a:pt x="3968322" y="0"/>
                </a:lnTo>
                <a:lnTo>
                  <a:pt x="4215074" y="0"/>
                </a:lnTo>
                <a:lnTo>
                  <a:pt x="4454075" y="0"/>
                </a:lnTo>
                <a:lnTo>
                  <a:pt x="4677574" y="0"/>
                </a:lnTo>
                <a:lnTo>
                  <a:pt x="4781087" y="0"/>
                </a:lnTo>
                <a:lnTo>
                  <a:pt x="4877818" y="0"/>
                </a:lnTo>
                <a:lnTo>
                  <a:pt x="4966797" y="0"/>
                </a:lnTo>
                <a:lnTo>
                  <a:pt x="5047056" y="0"/>
                </a:lnTo>
                <a:lnTo>
                  <a:pt x="5117626" y="0"/>
                </a:lnTo>
                <a:lnTo>
                  <a:pt x="5177538" y="0"/>
                </a:lnTo>
                <a:lnTo>
                  <a:pt x="5225823" y="0"/>
                </a:lnTo>
                <a:lnTo>
                  <a:pt x="5261511" y="0"/>
                </a:lnTo>
                <a:lnTo>
                  <a:pt x="5264150" y="0"/>
                </a:lnTo>
                <a:lnTo>
                  <a:pt x="5264150" y="2923627"/>
                </a:lnTo>
                <a:lnTo>
                  <a:pt x="4980322" y="2923627"/>
                </a:lnTo>
                <a:cubicBezTo>
                  <a:pt x="3776390" y="2923627"/>
                  <a:pt x="2777609" y="2000151"/>
                  <a:pt x="2657464" y="826517"/>
                </a:cubicBezTo>
                <a:lnTo>
                  <a:pt x="2645418" y="589989"/>
                </a:lnTo>
                <a:lnTo>
                  <a:pt x="2645418" y="2923627"/>
                </a:lnTo>
                <a:lnTo>
                  <a:pt x="2334516" y="2923627"/>
                </a:lnTo>
                <a:cubicBezTo>
                  <a:pt x="1130584" y="2923627"/>
                  <a:pt x="131863" y="2000151"/>
                  <a:pt x="11726" y="826573"/>
                </a:cubicBezTo>
                <a:lnTo>
                  <a:pt x="0" y="596340"/>
                </a:lnTo>
                <a:close/>
              </a:path>
            </a:pathLst>
          </a:custGeom>
        </p:spPr>
        <p:txBody>
          <a:bodyPr wrap="square">
            <a:noAutofit/>
          </a:bodyPr>
          <a:lstStyle/>
          <a:p>
            <a:endParaRPr lang="en-US"/>
          </a:p>
        </p:txBody>
      </p:sp>
      <p:sp>
        <p:nvSpPr>
          <p:cNvPr id="18" name="Title 1">
            <a:extLst>
              <a:ext uri="{FF2B5EF4-FFF2-40B4-BE49-F238E27FC236}">
                <a16:creationId xmlns:a16="http://schemas.microsoft.com/office/drawing/2014/main" id="{5F9B7A9F-0150-5A4A-DF4E-BB51497EE18A}"/>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
        <p:nvSpPr>
          <p:cNvPr id="14" name="Freeform: Shape 13">
            <a:extLst>
              <a:ext uri="{FF2B5EF4-FFF2-40B4-BE49-F238E27FC236}">
                <a16:creationId xmlns:a16="http://schemas.microsoft.com/office/drawing/2014/main" id="{13102D45-6656-5362-E45D-93BF18999A6C}"/>
              </a:ext>
            </a:extLst>
          </p:cNvPr>
          <p:cNvSpPr/>
          <p:nvPr userDrawn="1"/>
        </p:nvSpPr>
        <p:spPr>
          <a:xfrm>
            <a:off x="6285353" y="2948796"/>
            <a:ext cx="2645806" cy="2923626"/>
          </a:xfrm>
          <a:custGeom>
            <a:avLst/>
            <a:gdLst>
              <a:gd name="connsiteX0" fmla="*/ 0 w 2645806"/>
              <a:gd name="connsiteY0" fmla="*/ 588722 h 2923626"/>
              <a:gd name="connsiteX1" fmla="*/ 0 w 2645806"/>
              <a:gd name="connsiteY1" fmla="*/ 0 h 2923626"/>
              <a:gd name="connsiteX2" fmla="*/ 2645806 w 2645806"/>
              <a:gd name="connsiteY2" fmla="*/ 0 h 2923626"/>
              <a:gd name="connsiteX3" fmla="*/ 2645806 w 2645806"/>
              <a:gd name="connsiteY3" fmla="*/ 2923627 h 2923626"/>
              <a:gd name="connsiteX4" fmla="*/ 2334904 w 2645806"/>
              <a:gd name="connsiteY4" fmla="*/ 2923627 h 2923626"/>
              <a:gd name="connsiteX5" fmla="*/ 0 w 2645806"/>
              <a:gd name="connsiteY5" fmla="*/ 588722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06" h="2923626">
                <a:moveTo>
                  <a:pt x="0" y="588722"/>
                </a:moveTo>
                <a:lnTo>
                  <a:pt x="0" y="0"/>
                </a:lnTo>
                <a:lnTo>
                  <a:pt x="2645806" y="0"/>
                </a:lnTo>
                <a:lnTo>
                  <a:pt x="2645806" y="2923627"/>
                </a:lnTo>
                <a:lnTo>
                  <a:pt x="2334904" y="2923627"/>
                </a:lnTo>
                <a:cubicBezTo>
                  <a:pt x="1050710" y="2923695"/>
                  <a:pt x="0" y="1872916"/>
                  <a:pt x="0" y="588722"/>
                </a:cubicBezTo>
                <a:close/>
              </a:path>
            </a:pathLst>
          </a:custGeom>
          <a:solidFill>
            <a:srgbClr val="8C4FF4">
              <a:alpha val="40000"/>
            </a:srgb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55E16BA-4DD0-FB4A-DB15-246E75CAC060}"/>
              </a:ext>
            </a:extLst>
          </p:cNvPr>
          <p:cNvSpPr/>
          <p:nvPr userDrawn="1"/>
        </p:nvSpPr>
        <p:spPr>
          <a:xfrm>
            <a:off x="8931091" y="2948796"/>
            <a:ext cx="2645874" cy="2923626"/>
          </a:xfrm>
          <a:custGeom>
            <a:avLst/>
            <a:gdLst>
              <a:gd name="connsiteX0" fmla="*/ 68 w 2645874"/>
              <a:gd name="connsiteY0" fmla="*/ 588722 h 2923626"/>
              <a:gd name="connsiteX1" fmla="*/ 68 w 2645874"/>
              <a:gd name="connsiteY1" fmla="*/ 0 h 2923626"/>
              <a:gd name="connsiteX2" fmla="*/ 2645875 w 2645874"/>
              <a:gd name="connsiteY2" fmla="*/ 0 h 2923626"/>
              <a:gd name="connsiteX3" fmla="*/ 2645875 w 2645874"/>
              <a:gd name="connsiteY3" fmla="*/ 2923627 h 2923626"/>
              <a:gd name="connsiteX4" fmla="*/ 2334972 w 2645874"/>
              <a:gd name="connsiteY4" fmla="*/ 2923627 h 2923626"/>
              <a:gd name="connsiteX5" fmla="*/ 0 w 2645874"/>
              <a:gd name="connsiteY5" fmla="*/ 588654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74" h="2923626">
                <a:moveTo>
                  <a:pt x="68" y="588722"/>
                </a:moveTo>
                <a:lnTo>
                  <a:pt x="68" y="0"/>
                </a:lnTo>
                <a:cubicBezTo>
                  <a:pt x="68" y="0"/>
                  <a:pt x="2645875" y="0"/>
                  <a:pt x="2645875" y="0"/>
                </a:cubicBezTo>
                <a:lnTo>
                  <a:pt x="2645875" y="2923627"/>
                </a:lnTo>
                <a:lnTo>
                  <a:pt x="2334972" y="2923627"/>
                </a:lnTo>
                <a:cubicBezTo>
                  <a:pt x="1050778" y="2923627"/>
                  <a:pt x="0" y="1872916"/>
                  <a:pt x="0" y="588654"/>
                </a:cubicBezTo>
                <a:close/>
              </a:path>
            </a:pathLst>
          </a:custGeom>
          <a:solidFill>
            <a:srgbClr val="B9B9FC">
              <a:alpha val="40000"/>
            </a:srgbClr>
          </a:solid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575A453-E756-D1D8-0B17-E9A4133E8BBD}"/>
              </a:ext>
            </a:extLst>
          </p:cNvPr>
          <p:cNvSpPr/>
          <p:nvPr userDrawn="1"/>
        </p:nvSpPr>
        <p:spPr>
          <a:xfrm>
            <a:off x="6285353" y="0"/>
            <a:ext cx="2645806" cy="2923626"/>
          </a:xfrm>
          <a:custGeom>
            <a:avLst/>
            <a:gdLst>
              <a:gd name="connsiteX0" fmla="*/ 0 w 2645806"/>
              <a:gd name="connsiteY0" fmla="*/ 588722 h 2923626"/>
              <a:gd name="connsiteX1" fmla="*/ 0 w 2645806"/>
              <a:gd name="connsiteY1" fmla="*/ 0 h 2923626"/>
              <a:gd name="connsiteX2" fmla="*/ 2645806 w 2645806"/>
              <a:gd name="connsiteY2" fmla="*/ 0 h 2923626"/>
              <a:gd name="connsiteX3" fmla="*/ 2645806 w 2645806"/>
              <a:gd name="connsiteY3" fmla="*/ 2923627 h 2923626"/>
              <a:gd name="connsiteX4" fmla="*/ 2334904 w 2645806"/>
              <a:gd name="connsiteY4" fmla="*/ 2923627 h 2923626"/>
              <a:gd name="connsiteX5" fmla="*/ 0 w 2645806"/>
              <a:gd name="connsiteY5" fmla="*/ 588722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06" h="2923626">
                <a:moveTo>
                  <a:pt x="0" y="588722"/>
                </a:moveTo>
                <a:lnTo>
                  <a:pt x="0" y="0"/>
                </a:lnTo>
                <a:lnTo>
                  <a:pt x="2645806" y="0"/>
                </a:lnTo>
                <a:lnTo>
                  <a:pt x="2645806" y="2923627"/>
                </a:lnTo>
                <a:lnTo>
                  <a:pt x="2334904" y="2923627"/>
                </a:lnTo>
                <a:cubicBezTo>
                  <a:pt x="1050710" y="2923627"/>
                  <a:pt x="0" y="1872916"/>
                  <a:pt x="0" y="588722"/>
                </a:cubicBezTo>
                <a:close/>
              </a:path>
            </a:pathLst>
          </a:custGeom>
          <a:solidFill>
            <a:srgbClr val="B9B9FC">
              <a:alpha val="40000"/>
            </a:srgbClr>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ED83FEC-2FAC-1044-ADB0-FB8101097D84}"/>
              </a:ext>
            </a:extLst>
          </p:cNvPr>
          <p:cNvSpPr/>
          <p:nvPr userDrawn="1"/>
        </p:nvSpPr>
        <p:spPr>
          <a:xfrm>
            <a:off x="8931091" y="0"/>
            <a:ext cx="2645874" cy="2923626"/>
          </a:xfrm>
          <a:custGeom>
            <a:avLst/>
            <a:gdLst>
              <a:gd name="connsiteX0" fmla="*/ 68 w 2645874"/>
              <a:gd name="connsiteY0" fmla="*/ 588722 h 2923626"/>
              <a:gd name="connsiteX1" fmla="*/ 68 w 2645874"/>
              <a:gd name="connsiteY1" fmla="*/ 0 h 2923626"/>
              <a:gd name="connsiteX2" fmla="*/ 2645875 w 2645874"/>
              <a:gd name="connsiteY2" fmla="*/ 0 h 2923626"/>
              <a:gd name="connsiteX3" fmla="*/ 2645875 w 2645874"/>
              <a:gd name="connsiteY3" fmla="*/ 2923627 h 2923626"/>
              <a:gd name="connsiteX4" fmla="*/ 2334972 w 2645874"/>
              <a:gd name="connsiteY4" fmla="*/ 2923627 h 2923626"/>
              <a:gd name="connsiteX5" fmla="*/ 0 w 2645874"/>
              <a:gd name="connsiteY5" fmla="*/ 588654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74" h="2923626">
                <a:moveTo>
                  <a:pt x="68" y="588722"/>
                </a:moveTo>
                <a:lnTo>
                  <a:pt x="68" y="0"/>
                </a:lnTo>
                <a:cubicBezTo>
                  <a:pt x="68" y="0"/>
                  <a:pt x="2645875" y="0"/>
                  <a:pt x="2645875" y="0"/>
                </a:cubicBezTo>
                <a:lnTo>
                  <a:pt x="2645875" y="2923627"/>
                </a:lnTo>
                <a:lnTo>
                  <a:pt x="2334972" y="2923627"/>
                </a:lnTo>
                <a:cubicBezTo>
                  <a:pt x="1050778" y="2923627"/>
                  <a:pt x="0" y="1872916"/>
                  <a:pt x="0" y="588654"/>
                </a:cubicBezTo>
                <a:close/>
              </a:path>
            </a:pathLst>
          </a:custGeom>
          <a:solidFill>
            <a:srgbClr val="0366FF">
              <a:alpha val="40000"/>
            </a:srgbClr>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70619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9_Blank">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E70DFD6-7FCD-6AAB-D023-01BF81F148E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4" y="0"/>
            <a:ext cx="12257988" cy="6897461"/>
          </a:xfrm>
          <a:prstGeom prst="rect">
            <a:avLst/>
          </a:prstGeom>
        </p:spPr>
      </p:pic>
      <p:sp>
        <p:nvSpPr>
          <p:cNvPr id="18" name="Title 1">
            <a:extLst>
              <a:ext uri="{FF2B5EF4-FFF2-40B4-BE49-F238E27FC236}">
                <a16:creationId xmlns:a16="http://schemas.microsoft.com/office/drawing/2014/main" id="{5F9B7A9F-0150-5A4A-DF4E-BB51497EE18A}"/>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
        <p:nvSpPr>
          <p:cNvPr id="2" name="Rectangle: Rounded Corners 1">
            <a:extLst>
              <a:ext uri="{FF2B5EF4-FFF2-40B4-BE49-F238E27FC236}">
                <a16:creationId xmlns:a16="http://schemas.microsoft.com/office/drawing/2014/main" id="{FCBF3523-E514-2685-CF6F-5F33EB5D2737}"/>
              </a:ext>
            </a:extLst>
          </p:cNvPr>
          <p:cNvSpPr/>
          <p:nvPr userDrawn="1"/>
        </p:nvSpPr>
        <p:spPr>
          <a:xfrm>
            <a:off x="6695388" y="635372"/>
            <a:ext cx="4713402" cy="380842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A2652C24-7E8B-B9ED-272A-43B71A20D14B}"/>
              </a:ext>
            </a:extLst>
          </p:cNvPr>
          <p:cNvSpPr>
            <a:spLocks noGrp="1"/>
          </p:cNvSpPr>
          <p:nvPr>
            <p:ph type="pic" sz="quarter" idx="10"/>
          </p:nvPr>
        </p:nvSpPr>
        <p:spPr>
          <a:xfrm>
            <a:off x="6096000" y="1707464"/>
            <a:ext cx="4707024" cy="3790437"/>
          </a:xfrm>
          <a:custGeom>
            <a:avLst/>
            <a:gdLst>
              <a:gd name="connsiteX0" fmla="*/ 490410 w 4707024"/>
              <a:gd name="connsiteY0" fmla="*/ 0 h 3790437"/>
              <a:gd name="connsiteX1" fmla="*/ 4222993 w 4707024"/>
              <a:gd name="connsiteY1" fmla="*/ 0 h 3790437"/>
              <a:gd name="connsiteX2" fmla="*/ 4325725 w 4707024"/>
              <a:gd name="connsiteY2" fmla="*/ 31890 h 3790437"/>
              <a:gd name="connsiteX3" fmla="*/ 4700506 w 4707024"/>
              <a:gd name="connsiteY3" fmla="*/ 488835 h 3790437"/>
              <a:gd name="connsiteX4" fmla="*/ 4707024 w 4707024"/>
              <a:gd name="connsiteY4" fmla="*/ 553491 h 3790437"/>
              <a:gd name="connsiteX5" fmla="*/ 4707024 w 4707024"/>
              <a:gd name="connsiteY5" fmla="*/ 3218955 h 3790437"/>
              <a:gd name="connsiteX6" fmla="*/ 4700506 w 4707024"/>
              <a:gd name="connsiteY6" fmla="*/ 3283610 h 3790437"/>
              <a:gd name="connsiteX7" fmla="*/ 4078651 w 4707024"/>
              <a:gd name="connsiteY7" fmla="*/ 3790437 h 3790437"/>
              <a:gd name="connsiteX8" fmla="*/ 634751 w 4707024"/>
              <a:gd name="connsiteY8" fmla="*/ 3790437 h 3790437"/>
              <a:gd name="connsiteX9" fmla="*/ 0 w 4707024"/>
              <a:gd name="connsiteY9" fmla="*/ 3155686 h 3790437"/>
              <a:gd name="connsiteX10" fmla="*/ 0 w 4707024"/>
              <a:gd name="connsiteY10" fmla="*/ 616759 h 3790437"/>
              <a:gd name="connsiteX11" fmla="*/ 387678 w 4707024"/>
              <a:gd name="connsiteY11" fmla="*/ 31890 h 37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7024" h="3790437">
                <a:moveTo>
                  <a:pt x="490410" y="0"/>
                </a:moveTo>
                <a:lnTo>
                  <a:pt x="4222993" y="0"/>
                </a:lnTo>
                <a:lnTo>
                  <a:pt x="4325725" y="31890"/>
                </a:lnTo>
                <a:cubicBezTo>
                  <a:pt x="4515576" y="112190"/>
                  <a:pt x="4658229" y="282231"/>
                  <a:pt x="4700506" y="488835"/>
                </a:cubicBezTo>
                <a:lnTo>
                  <a:pt x="4707024" y="553491"/>
                </a:lnTo>
                <a:lnTo>
                  <a:pt x="4707024" y="3218955"/>
                </a:lnTo>
                <a:lnTo>
                  <a:pt x="4700506" y="3283610"/>
                </a:lnTo>
                <a:cubicBezTo>
                  <a:pt x="4641318" y="3572856"/>
                  <a:pt x="4385394" y="3790437"/>
                  <a:pt x="4078651" y="3790437"/>
                </a:cubicBezTo>
                <a:lnTo>
                  <a:pt x="634751" y="3790437"/>
                </a:lnTo>
                <a:cubicBezTo>
                  <a:pt x="284188" y="3790437"/>
                  <a:pt x="0" y="3506249"/>
                  <a:pt x="0" y="3155686"/>
                </a:cubicBezTo>
                <a:lnTo>
                  <a:pt x="0" y="616759"/>
                </a:lnTo>
                <a:cubicBezTo>
                  <a:pt x="0" y="353837"/>
                  <a:pt x="159856" y="128251"/>
                  <a:pt x="387678" y="31890"/>
                </a:cubicBezTo>
                <a:close/>
              </a:path>
            </a:pathLst>
          </a:custGeom>
        </p:spPr>
        <p:txBody>
          <a:bodyPr wrap="square">
            <a:noAutofit/>
          </a:bodyPr>
          <a:lstStyle/>
          <a:p>
            <a:endParaRPr lang="en-US"/>
          </a:p>
        </p:txBody>
      </p:sp>
    </p:spTree>
    <p:extLst>
      <p:ext uri="{BB962C8B-B14F-4D97-AF65-F5344CB8AC3E}">
        <p14:creationId xmlns:p14="http://schemas.microsoft.com/office/powerpoint/2010/main" val="421728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A3BC47C-99B6-20BF-D68B-A66F46B7A5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4" y="-113122"/>
            <a:ext cx="12334974" cy="7010583"/>
          </a:xfrm>
          <a:prstGeom prst="rect">
            <a:avLst/>
          </a:prstGeom>
        </p:spPr>
      </p:pic>
      <p:sp>
        <p:nvSpPr>
          <p:cNvPr id="3" name="Picture Placeholder 12">
            <a:extLst>
              <a:ext uri="{FF2B5EF4-FFF2-40B4-BE49-F238E27FC236}">
                <a16:creationId xmlns:a16="http://schemas.microsoft.com/office/drawing/2014/main" id="{9EF7A263-0527-9E4C-94C9-B2AB772A4184}"/>
              </a:ext>
            </a:extLst>
          </p:cNvPr>
          <p:cNvSpPr>
            <a:spLocks noGrp="1"/>
          </p:cNvSpPr>
          <p:nvPr>
            <p:ph type="pic" sz="quarter" idx="12"/>
          </p:nvPr>
        </p:nvSpPr>
        <p:spPr>
          <a:xfrm>
            <a:off x="8058148"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sp>
        <p:nvSpPr>
          <p:cNvPr id="4" name="Title 1">
            <a:extLst>
              <a:ext uri="{FF2B5EF4-FFF2-40B4-BE49-F238E27FC236}">
                <a16:creationId xmlns:a16="http://schemas.microsoft.com/office/drawing/2014/main" id="{AE6C945C-7127-3582-1911-80FBD40D1BDB}"/>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pic>
        <p:nvPicPr>
          <p:cNvPr id="5" name="Graphic 4">
            <a:extLst>
              <a:ext uri="{FF2B5EF4-FFF2-40B4-BE49-F238E27FC236}">
                <a16:creationId xmlns:a16="http://schemas.microsoft.com/office/drawing/2014/main" id="{D78C6700-8060-24F9-DC2F-AE22C6C88B7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43362" y="441491"/>
            <a:ext cx="3185230" cy="5773230"/>
          </a:xfrm>
          <a:prstGeom prst="rect">
            <a:avLst/>
          </a:prstGeom>
        </p:spPr>
      </p:pic>
    </p:spTree>
    <p:extLst>
      <p:ext uri="{BB962C8B-B14F-4D97-AF65-F5344CB8AC3E}">
        <p14:creationId xmlns:p14="http://schemas.microsoft.com/office/powerpoint/2010/main" val="3182513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2E3F2709-2A59-D5BA-77B4-FD75FE7371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4841" y="-199717"/>
            <a:ext cx="12367967" cy="7085998"/>
          </a:xfrm>
          <a:prstGeom prst="rect">
            <a:avLst/>
          </a:prstGeom>
        </p:spPr>
      </p:pic>
      <p:sp>
        <p:nvSpPr>
          <p:cNvPr id="3" name="Picture Placeholder 7">
            <a:extLst>
              <a:ext uri="{FF2B5EF4-FFF2-40B4-BE49-F238E27FC236}">
                <a16:creationId xmlns:a16="http://schemas.microsoft.com/office/drawing/2014/main" id="{8C654080-D3CC-4B13-1F27-F4787DC9CBF7}"/>
              </a:ext>
            </a:extLst>
          </p:cNvPr>
          <p:cNvSpPr>
            <a:spLocks noGrp="1"/>
          </p:cNvSpPr>
          <p:nvPr>
            <p:ph type="pic" sz="quarter" idx="12"/>
          </p:nvPr>
        </p:nvSpPr>
        <p:spPr>
          <a:xfrm>
            <a:off x="6096000" y="329939"/>
            <a:ext cx="5547845" cy="5704028"/>
          </a:xfrm>
          <a:custGeom>
            <a:avLst/>
            <a:gdLst>
              <a:gd name="connsiteX0" fmla="*/ 808104 w 5547845"/>
              <a:gd name="connsiteY0" fmla="*/ 0 h 5704028"/>
              <a:gd name="connsiteX1" fmla="*/ 4739741 w 5547845"/>
              <a:gd name="connsiteY1" fmla="*/ 0 h 5704028"/>
              <a:gd name="connsiteX2" fmla="*/ 5547845 w 5547845"/>
              <a:gd name="connsiteY2" fmla="*/ 830854 h 5704028"/>
              <a:gd name="connsiteX3" fmla="*/ 5547845 w 5547845"/>
              <a:gd name="connsiteY3" fmla="*/ 4873175 h 5704028"/>
              <a:gd name="connsiteX4" fmla="*/ 4739741 w 5547845"/>
              <a:gd name="connsiteY4" fmla="*/ 5704028 h 5704028"/>
              <a:gd name="connsiteX5" fmla="*/ 808104 w 5547845"/>
              <a:gd name="connsiteY5" fmla="*/ 5704028 h 5704028"/>
              <a:gd name="connsiteX6" fmla="*/ 0 w 5547845"/>
              <a:gd name="connsiteY6" fmla="*/ 4873175 h 5704028"/>
              <a:gd name="connsiteX7" fmla="*/ 0 w 5547845"/>
              <a:gd name="connsiteY7" fmla="*/ 830853 h 5704028"/>
              <a:gd name="connsiteX8" fmla="*/ 808104 w 5547845"/>
              <a:gd name="connsiteY8" fmla="*/ 0 h 570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7845" h="5704028">
                <a:moveTo>
                  <a:pt x="808104" y="0"/>
                </a:moveTo>
                <a:lnTo>
                  <a:pt x="4739741" y="0"/>
                </a:lnTo>
                <a:cubicBezTo>
                  <a:pt x="5186045" y="0"/>
                  <a:pt x="5547845" y="371986"/>
                  <a:pt x="5547845" y="830854"/>
                </a:cubicBezTo>
                <a:lnTo>
                  <a:pt x="5547845" y="4873175"/>
                </a:lnTo>
                <a:cubicBezTo>
                  <a:pt x="5547845" y="5332043"/>
                  <a:pt x="5186045" y="5704028"/>
                  <a:pt x="4739741" y="5704028"/>
                </a:cubicBezTo>
                <a:lnTo>
                  <a:pt x="808104" y="5704028"/>
                </a:lnTo>
                <a:cubicBezTo>
                  <a:pt x="361800" y="5704028"/>
                  <a:pt x="0" y="5332043"/>
                  <a:pt x="0" y="4873175"/>
                </a:cubicBezTo>
                <a:lnTo>
                  <a:pt x="0" y="830853"/>
                </a:lnTo>
                <a:cubicBezTo>
                  <a:pt x="0" y="371986"/>
                  <a:pt x="361800" y="0"/>
                  <a:pt x="808104" y="0"/>
                </a:cubicBezTo>
                <a:close/>
              </a:path>
            </a:pathLst>
          </a:custGeom>
        </p:spPr>
        <p:txBody>
          <a:bodyPr wrap="square">
            <a:noAutofit/>
          </a:bodyPr>
          <a:lstStyle/>
          <a:p>
            <a:endParaRPr lang="en-US"/>
          </a:p>
        </p:txBody>
      </p:sp>
      <p:sp>
        <p:nvSpPr>
          <p:cNvPr id="4" name="Title 1">
            <a:extLst>
              <a:ext uri="{FF2B5EF4-FFF2-40B4-BE49-F238E27FC236}">
                <a16:creationId xmlns:a16="http://schemas.microsoft.com/office/drawing/2014/main" id="{2C7D827F-A890-DEEA-4C50-C529607FA301}"/>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Tree>
    <p:extLst>
      <p:ext uri="{BB962C8B-B14F-4D97-AF65-F5344CB8AC3E}">
        <p14:creationId xmlns:p14="http://schemas.microsoft.com/office/powerpoint/2010/main" val="4170783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2BC4D355-D07A-C443-FE67-FC51A3D22E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5" y="-113122"/>
            <a:ext cx="12459025" cy="7010583"/>
          </a:xfrm>
          <a:prstGeom prst="rect">
            <a:avLst/>
          </a:prstGeom>
        </p:spPr>
      </p:pic>
      <p:sp>
        <p:nvSpPr>
          <p:cNvPr id="3" name="Picture Placeholder 7">
            <a:extLst>
              <a:ext uri="{FF2B5EF4-FFF2-40B4-BE49-F238E27FC236}">
                <a16:creationId xmlns:a16="http://schemas.microsoft.com/office/drawing/2014/main" id="{64448553-4F90-3088-4944-11C66514BE39}"/>
              </a:ext>
            </a:extLst>
          </p:cNvPr>
          <p:cNvSpPr>
            <a:spLocks noGrp="1"/>
          </p:cNvSpPr>
          <p:nvPr>
            <p:ph type="pic" sz="quarter" idx="12"/>
          </p:nvPr>
        </p:nvSpPr>
        <p:spPr>
          <a:xfrm>
            <a:off x="6312819" y="565607"/>
            <a:ext cx="5037054" cy="5468359"/>
          </a:xfrm>
          <a:custGeom>
            <a:avLst/>
            <a:gdLst>
              <a:gd name="connsiteX0" fmla="*/ 808104 w 5547845"/>
              <a:gd name="connsiteY0" fmla="*/ 0 h 5704028"/>
              <a:gd name="connsiteX1" fmla="*/ 4739741 w 5547845"/>
              <a:gd name="connsiteY1" fmla="*/ 0 h 5704028"/>
              <a:gd name="connsiteX2" fmla="*/ 5547845 w 5547845"/>
              <a:gd name="connsiteY2" fmla="*/ 830854 h 5704028"/>
              <a:gd name="connsiteX3" fmla="*/ 5547845 w 5547845"/>
              <a:gd name="connsiteY3" fmla="*/ 4873175 h 5704028"/>
              <a:gd name="connsiteX4" fmla="*/ 4739741 w 5547845"/>
              <a:gd name="connsiteY4" fmla="*/ 5704028 h 5704028"/>
              <a:gd name="connsiteX5" fmla="*/ 808104 w 5547845"/>
              <a:gd name="connsiteY5" fmla="*/ 5704028 h 5704028"/>
              <a:gd name="connsiteX6" fmla="*/ 0 w 5547845"/>
              <a:gd name="connsiteY6" fmla="*/ 4873175 h 5704028"/>
              <a:gd name="connsiteX7" fmla="*/ 0 w 5547845"/>
              <a:gd name="connsiteY7" fmla="*/ 830853 h 5704028"/>
              <a:gd name="connsiteX8" fmla="*/ 808104 w 5547845"/>
              <a:gd name="connsiteY8" fmla="*/ 0 h 570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7845" h="5704028">
                <a:moveTo>
                  <a:pt x="808104" y="0"/>
                </a:moveTo>
                <a:lnTo>
                  <a:pt x="4739741" y="0"/>
                </a:lnTo>
                <a:cubicBezTo>
                  <a:pt x="5186045" y="0"/>
                  <a:pt x="5547845" y="371986"/>
                  <a:pt x="5547845" y="830854"/>
                </a:cubicBezTo>
                <a:lnTo>
                  <a:pt x="5547845" y="4873175"/>
                </a:lnTo>
                <a:cubicBezTo>
                  <a:pt x="5547845" y="5332043"/>
                  <a:pt x="5186045" y="5704028"/>
                  <a:pt x="4739741" y="5704028"/>
                </a:cubicBezTo>
                <a:lnTo>
                  <a:pt x="808104" y="5704028"/>
                </a:lnTo>
                <a:cubicBezTo>
                  <a:pt x="361800" y="5704028"/>
                  <a:pt x="0" y="5332043"/>
                  <a:pt x="0" y="4873175"/>
                </a:cubicBezTo>
                <a:lnTo>
                  <a:pt x="0" y="830853"/>
                </a:lnTo>
                <a:cubicBezTo>
                  <a:pt x="0" y="371986"/>
                  <a:pt x="361800" y="0"/>
                  <a:pt x="808104" y="0"/>
                </a:cubicBezTo>
                <a:close/>
              </a:path>
            </a:pathLst>
          </a:custGeom>
        </p:spPr>
        <p:txBody>
          <a:bodyPr wrap="square">
            <a:noAutofit/>
          </a:bodyPr>
          <a:lstStyle/>
          <a:p>
            <a:endParaRPr lang="en-US"/>
          </a:p>
        </p:txBody>
      </p:sp>
      <p:sp>
        <p:nvSpPr>
          <p:cNvPr id="4" name="Title 1">
            <a:extLst>
              <a:ext uri="{FF2B5EF4-FFF2-40B4-BE49-F238E27FC236}">
                <a16:creationId xmlns:a16="http://schemas.microsoft.com/office/drawing/2014/main" id="{21B4C912-1FCD-8D8B-21E2-7747A951037C}"/>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Tree>
    <p:extLst>
      <p:ext uri="{BB962C8B-B14F-4D97-AF65-F5344CB8AC3E}">
        <p14:creationId xmlns:p14="http://schemas.microsoft.com/office/powerpoint/2010/main" val="3207222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E7EFE18-FED0-FDAE-5670-7615BB1536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988" y="0"/>
            <a:ext cx="12330260" cy="6938128"/>
          </a:xfrm>
          <a:prstGeom prst="rect">
            <a:avLst/>
          </a:prstGeom>
        </p:spPr>
      </p:pic>
      <p:sp>
        <p:nvSpPr>
          <p:cNvPr id="9" name="Rectangle 8">
            <a:extLst>
              <a:ext uri="{FF2B5EF4-FFF2-40B4-BE49-F238E27FC236}">
                <a16:creationId xmlns:a16="http://schemas.microsoft.com/office/drawing/2014/main" id="{4C7121F9-03BE-C8DA-B22C-FD5C2DDC182D}"/>
              </a:ext>
            </a:extLst>
          </p:cNvPr>
          <p:cNvSpPr/>
          <p:nvPr userDrawn="1"/>
        </p:nvSpPr>
        <p:spPr>
          <a:xfrm>
            <a:off x="7899662" y="0"/>
            <a:ext cx="2988297" cy="6938128"/>
          </a:xfrm>
          <a:prstGeom prst="rect">
            <a:avLst/>
          </a:prstGeom>
          <a:solidFill>
            <a:srgbClr val="B9B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C90CAEFC-B65C-032B-DFB8-E941811AA2BC}"/>
              </a:ext>
            </a:extLst>
          </p:cNvPr>
          <p:cNvSpPr>
            <a:spLocks noGrp="1"/>
          </p:cNvSpPr>
          <p:nvPr>
            <p:ph type="title"/>
          </p:nvPr>
        </p:nvSpPr>
        <p:spPr>
          <a:xfrm>
            <a:off x="838200" y="365125"/>
            <a:ext cx="5345784" cy="1325563"/>
          </a:xfrm>
        </p:spPr>
        <p:txBody>
          <a:bodyPr/>
          <a:lstStyle/>
          <a:p>
            <a:r>
              <a:rPr lang="en-US"/>
              <a:t>Click to edit Master title style</a:t>
            </a:r>
          </a:p>
        </p:txBody>
      </p:sp>
      <p:sp>
        <p:nvSpPr>
          <p:cNvPr id="11" name="Picture Placeholder 7">
            <a:extLst>
              <a:ext uri="{FF2B5EF4-FFF2-40B4-BE49-F238E27FC236}">
                <a16:creationId xmlns:a16="http://schemas.microsoft.com/office/drawing/2014/main" id="{48165F00-7FAA-6193-FE34-3C59CAE7AAE2}"/>
              </a:ext>
            </a:extLst>
          </p:cNvPr>
          <p:cNvSpPr>
            <a:spLocks noGrp="1"/>
          </p:cNvSpPr>
          <p:nvPr>
            <p:ph type="pic" sz="quarter" idx="12"/>
          </p:nvPr>
        </p:nvSpPr>
        <p:spPr>
          <a:xfrm>
            <a:off x="7334054" y="1442301"/>
            <a:ext cx="4019746" cy="4626852"/>
          </a:xfrm>
          <a:custGeom>
            <a:avLst/>
            <a:gdLst>
              <a:gd name="connsiteX0" fmla="*/ 808104 w 5547845"/>
              <a:gd name="connsiteY0" fmla="*/ 0 h 5704028"/>
              <a:gd name="connsiteX1" fmla="*/ 4739741 w 5547845"/>
              <a:gd name="connsiteY1" fmla="*/ 0 h 5704028"/>
              <a:gd name="connsiteX2" fmla="*/ 5547845 w 5547845"/>
              <a:gd name="connsiteY2" fmla="*/ 830854 h 5704028"/>
              <a:gd name="connsiteX3" fmla="*/ 5547845 w 5547845"/>
              <a:gd name="connsiteY3" fmla="*/ 4873175 h 5704028"/>
              <a:gd name="connsiteX4" fmla="*/ 4739741 w 5547845"/>
              <a:gd name="connsiteY4" fmla="*/ 5704028 h 5704028"/>
              <a:gd name="connsiteX5" fmla="*/ 808104 w 5547845"/>
              <a:gd name="connsiteY5" fmla="*/ 5704028 h 5704028"/>
              <a:gd name="connsiteX6" fmla="*/ 0 w 5547845"/>
              <a:gd name="connsiteY6" fmla="*/ 4873175 h 5704028"/>
              <a:gd name="connsiteX7" fmla="*/ 0 w 5547845"/>
              <a:gd name="connsiteY7" fmla="*/ 830853 h 5704028"/>
              <a:gd name="connsiteX8" fmla="*/ 808104 w 5547845"/>
              <a:gd name="connsiteY8" fmla="*/ 0 h 570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7845" h="5704028">
                <a:moveTo>
                  <a:pt x="808104" y="0"/>
                </a:moveTo>
                <a:lnTo>
                  <a:pt x="4739741" y="0"/>
                </a:lnTo>
                <a:cubicBezTo>
                  <a:pt x="5186045" y="0"/>
                  <a:pt x="5547845" y="371986"/>
                  <a:pt x="5547845" y="830854"/>
                </a:cubicBezTo>
                <a:lnTo>
                  <a:pt x="5547845" y="4873175"/>
                </a:lnTo>
                <a:cubicBezTo>
                  <a:pt x="5547845" y="5332043"/>
                  <a:pt x="5186045" y="5704028"/>
                  <a:pt x="4739741" y="5704028"/>
                </a:cubicBezTo>
                <a:lnTo>
                  <a:pt x="808104" y="5704028"/>
                </a:lnTo>
                <a:cubicBezTo>
                  <a:pt x="361800" y="5704028"/>
                  <a:pt x="0" y="5332043"/>
                  <a:pt x="0" y="4873175"/>
                </a:cubicBezTo>
                <a:lnTo>
                  <a:pt x="0" y="830853"/>
                </a:lnTo>
                <a:cubicBezTo>
                  <a:pt x="0" y="371986"/>
                  <a:pt x="361800" y="0"/>
                  <a:pt x="808104" y="0"/>
                </a:cubicBezTo>
                <a:close/>
              </a:path>
            </a:pathLst>
          </a:custGeom>
        </p:spPr>
        <p:txBody>
          <a:bodyPr wrap="square">
            <a:noAutofit/>
          </a:bodyPr>
          <a:lstStyle/>
          <a:p>
            <a:endParaRPr lang="en-US"/>
          </a:p>
        </p:txBody>
      </p:sp>
      <p:pic>
        <p:nvPicPr>
          <p:cNvPr id="12" name="Graphic 11">
            <a:extLst>
              <a:ext uri="{FF2B5EF4-FFF2-40B4-BE49-F238E27FC236}">
                <a16:creationId xmlns:a16="http://schemas.microsoft.com/office/drawing/2014/main" id="{ABB12FD6-7B0A-BF80-BFF7-81C7E7234A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89961" y="2807812"/>
            <a:ext cx="974006" cy="1322503"/>
          </a:xfrm>
          <a:prstGeom prst="rect">
            <a:avLst/>
          </a:prstGeom>
        </p:spPr>
      </p:pic>
    </p:spTree>
    <p:extLst>
      <p:ext uri="{BB962C8B-B14F-4D97-AF65-F5344CB8AC3E}">
        <p14:creationId xmlns:p14="http://schemas.microsoft.com/office/powerpoint/2010/main" val="330691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55ADADA-7206-710F-41F6-660194BFB8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988" y="-207390"/>
            <a:ext cx="12330260" cy="7145518"/>
          </a:xfrm>
          <a:prstGeom prst="rect">
            <a:avLst/>
          </a:prstGeom>
        </p:spPr>
      </p:pic>
      <p:sp>
        <p:nvSpPr>
          <p:cNvPr id="3" name="Title 1">
            <a:extLst>
              <a:ext uri="{FF2B5EF4-FFF2-40B4-BE49-F238E27FC236}">
                <a16:creationId xmlns:a16="http://schemas.microsoft.com/office/drawing/2014/main" id="{9EA12D95-43DB-3799-A16F-9B17CF3A0A15}"/>
              </a:ext>
            </a:extLst>
          </p:cNvPr>
          <p:cNvSpPr>
            <a:spLocks noGrp="1"/>
          </p:cNvSpPr>
          <p:nvPr>
            <p:ph type="title"/>
          </p:nvPr>
        </p:nvSpPr>
        <p:spPr>
          <a:xfrm>
            <a:off x="831850" y="441491"/>
            <a:ext cx="5795193" cy="2852737"/>
          </a:xfrm>
        </p:spPr>
        <p:txBody>
          <a:bodyPr anchor="b"/>
          <a:lstStyle>
            <a:lvl1pPr>
              <a:defRPr sz="6000"/>
            </a:lvl1pPr>
          </a:lstStyle>
          <a:p>
            <a:r>
              <a:rPr lang="en-US"/>
              <a:t>Click to edit Master title style</a:t>
            </a:r>
          </a:p>
        </p:txBody>
      </p:sp>
      <p:sp>
        <p:nvSpPr>
          <p:cNvPr id="4" name="Text Placeholder 2">
            <a:extLst>
              <a:ext uri="{FF2B5EF4-FFF2-40B4-BE49-F238E27FC236}">
                <a16:creationId xmlns:a16="http://schemas.microsoft.com/office/drawing/2014/main" id="{AD91F24F-8A5B-5730-704E-3D3A4BCE5AA3}"/>
              </a:ext>
            </a:extLst>
          </p:cNvPr>
          <p:cNvSpPr>
            <a:spLocks noGrp="1"/>
          </p:cNvSpPr>
          <p:nvPr>
            <p:ph type="body" idx="1"/>
          </p:nvPr>
        </p:nvSpPr>
        <p:spPr>
          <a:xfrm>
            <a:off x="831850" y="4589463"/>
            <a:ext cx="3985247"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5" name="Graphic 4">
            <a:extLst>
              <a:ext uri="{FF2B5EF4-FFF2-40B4-BE49-F238E27FC236}">
                <a16:creationId xmlns:a16="http://schemas.microsoft.com/office/drawing/2014/main" id="{A4D9DD47-7DB4-5925-2826-2DF8CA13CF6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050998" y="441491"/>
            <a:ext cx="3185230" cy="5773230"/>
          </a:xfrm>
          <a:prstGeom prst="rect">
            <a:avLst/>
          </a:prstGeom>
        </p:spPr>
      </p:pic>
      <p:sp>
        <p:nvSpPr>
          <p:cNvPr id="6" name="Picture Placeholder 12">
            <a:extLst>
              <a:ext uri="{FF2B5EF4-FFF2-40B4-BE49-F238E27FC236}">
                <a16:creationId xmlns:a16="http://schemas.microsoft.com/office/drawing/2014/main" id="{4B7E1533-AD56-6B22-5E91-601A2195A943}"/>
              </a:ext>
            </a:extLst>
          </p:cNvPr>
          <p:cNvSpPr>
            <a:spLocks noGrp="1"/>
          </p:cNvSpPr>
          <p:nvPr>
            <p:ph type="pic" sz="quarter" idx="12"/>
          </p:nvPr>
        </p:nvSpPr>
        <p:spPr>
          <a:xfrm>
            <a:off x="8058148"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spTree>
    <p:extLst>
      <p:ext uri="{BB962C8B-B14F-4D97-AF65-F5344CB8AC3E}">
        <p14:creationId xmlns:p14="http://schemas.microsoft.com/office/powerpoint/2010/main" val="3487925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A85556-F773-FF45-9EB7-E8695758FD2A}"/>
              </a:ext>
            </a:extLst>
          </p:cNvPr>
          <p:cNvSpPr/>
          <p:nvPr userDrawn="1"/>
        </p:nvSpPr>
        <p:spPr>
          <a:xfrm>
            <a:off x="0" y="0"/>
            <a:ext cx="12192000" cy="685800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EB4D7551-AD66-CA46-4CE5-C93FF0C39C1A}"/>
              </a:ext>
            </a:extLst>
          </p:cNvPr>
          <p:cNvSpPr>
            <a:spLocks noGrp="1"/>
          </p:cNvSpPr>
          <p:nvPr>
            <p:ph type="title" hasCustomPrompt="1"/>
          </p:nvPr>
        </p:nvSpPr>
        <p:spPr>
          <a:xfrm>
            <a:off x="831850" y="876300"/>
            <a:ext cx="5795193" cy="1141578"/>
          </a:xfrm>
        </p:spPr>
        <p:txBody>
          <a:bodyPr anchor="b"/>
          <a:lstStyle>
            <a:lvl1pPr>
              <a:defRPr sz="6000">
                <a:solidFill>
                  <a:schemeClr val="bg1"/>
                </a:solidFill>
              </a:defRPr>
            </a:lvl1pPr>
          </a:lstStyle>
          <a:p>
            <a:r>
              <a:rPr lang="en-US"/>
              <a:t>Agenda</a:t>
            </a:r>
          </a:p>
        </p:txBody>
      </p:sp>
      <p:pic>
        <p:nvPicPr>
          <p:cNvPr id="4" name="Graphic 3">
            <a:extLst>
              <a:ext uri="{FF2B5EF4-FFF2-40B4-BE49-F238E27FC236}">
                <a16:creationId xmlns:a16="http://schemas.microsoft.com/office/drawing/2014/main" id="{12F4A152-11CA-8B2C-21AE-D5766A8794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5" name="Picture Placeholder 15">
            <a:extLst>
              <a:ext uri="{FF2B5EF4-FFF2-40B4-BE49-F238E27FC236}">
                <a16:creationId xmlns:a16="http://schemas.microsoft.com/office/drawing/2014/main" id="{E2DFB00C-A418-E60B-ACB1-DBB9AF0C7776}"/>
              </a:ext>
            </a:extLst>
          </p:cNvPr>
          <p:cNvSpPr>
            <a:spLocks noGrp="1"/>
          </p:cNvSpPr>
          <p:nvPr>
            <p:ph type="pic" sz="quarter" idx="10"/>
          </p:nvPr>
        </p:nvSpPr>
        <p:spPr>
          <a:xfrm>
            <a:off x="6297228" y="1498862"/>
            <a:ext cx="4940697" cy="4565877"/>
          </a:xfrm>
          <a:custGeom>
            <a:avLst/>
            <a:gdLst>
              <a:gd name="connsiteX0" fmla="*/ 1831111 w 5564187"/>
              <a:gd name="connsiteY0" fmla="*/ 0 h 5142067"/>
              <a:gd name="connsiteX1" fmla="*/ 5106263 w 5564187"/>
              <a:gd name="connsiteY1" fmla="*/ 0 h 5142067"/>
              <a:gd name="connsiteX2" fmla="*/ 5193803 w 5564187"/>
              <a:gd name="connsiteY2" fmla="*/ 27174 h 5142067"/>
              <a:gd name="connsiteX3" fmla="*/ 5564187 w 5564187"/>
              <a:gd name="connsiteY3" fmla="*/ 585954 h 5142067"/>
              <a:gd name="connsiteX4" fmla="*/ 5564187 w 5564187"/>
              <a:gd name="connsiteY4" fmla="*/ 3011630 h 5142067"/>
              <a:gd name="connsiteX5" fmla="*/ 4957750 w 5564187"/>
              <a:gd name="connsiteY5" fmla="*/ 3618067 h 5142067"/>
              <a:gd name="connsiteX6" fmla="*/ 2554287 w 5564187"/>
              <a:gd name="connsiteY6" fmla="*/ 3618067 h 5142067"/>
              <a:gd name="connsiteX7" fmla="*/ 2554287 w 5564187"/>
              <a:gd name="connsiteY7" fmla="*/ 4725897 h 5142067"/>
              <a:gd name="connsiteX8" fmla="*/ 2138117 w 5564187"/>
              <a:gd name="connsiteY8" fmla="*/ 5142067 h 5142067"/>
              <a:gd name="connsiteX9" fmla="*/ 415400 w 5564187"/>
              <a:gd name="connsiteY9" fmla="*/ 5142067 h 5142067"/>
              <a:gd name="connsiteX10" fmla="*/ 7685 w 5564187"/>
              <a:gd name="connsiteY10" fmla="*/ 4809770 h 5142067"/>
              <a:gd name="connsiteX11" fmla="*/ 0 w 5564187"/>
              <a:gd name="connsiteY11" fmla="*/ 4733536 h 5142067"/>
              <a:gd name="connsiteX12" fmla="*/ 0 w 5564187"/>
              <a:gd name="connsiteY12" fmla="*/ 3053627 h 5142067"/>
              <a:gd name="connsiteX13" fmla="*/ 7685 w 5564187"/>
              <a:gd name="connsiteY13" fmla="*/ 2977392 h 5142067"/>
              <a:gd name="connsiteX14" fmla="*/ 415400 w 5564187"/>
              <a:gd name="connsiteY14" fmla="*/ 2645095 h 5142067"/>
              <a:gd name="connsiteX15" fmla="*/ 1373187 w 5564187"/>
              <a:gd name="connsiteY15" fmla="*/ 2645095 h 5142067"/>
              <a:gd name="connsiteX16" fmla="*/ 1373187 w 5564187"/>
              <a:gd name="connsiteY16" fmla="*/ 585954 h 5142067"/>
              <a:gd name="connsiteX17" fmla="*/ 1743572 w 5564187"/>
              <a:gd name="connsiteY17" fmla="*/ 27174 h 514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64187" h="5142067">
                <a:moveTo>
                  <a:pt x="1831111" y="0"/>
                </a:moveTo>
                <a:lnTo>
                  <a:pt x="5106263" y="0"/>
                </a:lnTo>
                <a:lnTo>
                  <a:pt x="5193803" y="27174"/>
                </a:lnTo>
                <a:cubicBezTo>
                  <a:pt x="5411462" y="119236"/>
                  <a:pt x="5564187" y="334760"/>
                  <a:pt x="5564187" y="585954"/>
                </a:cubicBezTo>
                <a:lnTo>
                  <a:pt x="5564187" y="3011630"/>
                </a:lnTo>
                <a:cubicBezTo>
                  <a:pt x="5564187" y="3346556"/>
                  <a:pt x="5292676" y="3618067"/>
                  <a:pt x="4957750" y="3618067"/>
                </a:cubicBezTo>
                <a:lnTo>
                  <a:pt x="2554287" y="3618067"/>
                </a:lnTo>
                <a:lnTo>
                  <a:pt x="2554287" y="4725897"/>
                </a:lnTo>
                <a:cubicBezTo>
                  <a:pt x="2554287" y="4955741"/>
                  <a:pt x="2367961" y="5142067"/>
                  <a:pt x="2138117" y="5142067"/>
                </a:cubicBezTo>
                <a:lnTo>
                  <a:pt x="415400" y="5142067"/>
                </a:lnTo>
                <a:cubicBezTo>
                  <a:pt x="214287" y="5142067"/>
                  <a:pt x="46492" y="4999411"/>
                  <a:pt x="7685" y="4809770"/>
                </a:cubicBezTo>
                <a:lnTo>
                  <a:pt x="0" y="4733536"/>
                </a:lnTo>
                <a:lnTo>
                  <a:pt x="0" y="3053627"/>
                </a:lnTo>
                <a:lnTo>
                  <a:pt x="7685" y="2977392"/>
                </a:lnTo>
                <a:cubicBezTo>
                  <a:pt x="46492" y="2787751"/>
                  <a:pt x="214287" y="2645095"/>
                  <a:pt x="415400" y="2645095"/>
                </a:cubicBezTo>
                <a:lnTo>
                  <a:pt x="1373187" y="2645095"/>
                </a:lnTo>
                <a:lnTo>
                  <a:pt x="1373187" y="585954"/>
                </a:lnTo>
                <a:cubicBezTo>
                  <a:pt x="1373187" y="334760"/>
                  <a:pt x="1525912" y="119236"/>
                  <a:pt x="1743572" y="27174"/>
                </a:cubicBezTo>
                <a:close/>
              </a:path>
            </a:pathLst>
          </a:custGeom>
        </p:spPr>
        <p:txBody>
          <a:bodyPr wrap="square">
            <a:noAutofit/>
          </a:bodyPr>
          <a:lstStyle/>
          <a:p>
            <a:endParaRPr lang="en-US"/>
          </a:p>
        </p:txBody>
      </p:sp>
      <p:sp>
        <p:nvSpPr>
          <p:cNvPr id="7" name="Rectangle: Rounded Corners 6">
            <a:extLst>
              <a:ext uri="{FF2B5EF4-FFF2-40B4-BE49-F238E27FC236}">
                <a16:creationId xmlns:a16="http://schemas.microsoft.com/office/drawing/2014/main" id="{F33A7269-8DC1-4503-DBB5-478A0C5F8F16}"/>
              </a:ext>
            </a:extLst>
          </p:cNvPr>
          <p:cNvSpPr/>
          <p:nvPr userDrawn="1"/>
        </p:nvSpPr>
        <p:spPr>
          <a:xfrm>
            <a:off x="831850" y="2210539"/>
            <a:ext cx="5054046" cy="431454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Text Placeholder 27">
            <a:extLst>
              <a:ext uri="{FF2B5EF4-FFF2-40B4-BE49-F238E27FC236}">
                <a16:creationId xmlns:a16="http://schemas.microsoft.com/office/drawing/2014/main" id="{B267085C-1D9C-A051-B73E-A1AFC00E7753}"/>
              </a:ext>
            </a:extLst>
          </p:cNvPr>
          <p:cNvSpPr>
            <a:spLocks noGrp="1"/>
          </p:cNvSpPr>
          <p:nvPr>
            <p:ph type="body" sz="quarter" idx="11"/>
          </p:nvPr>
        </p:nvSpPr>
        <p:spPr>
          <a:xfrm>
            <a:off x="1144588" y="2387600"/>
            <a:ext cx="4419600" cy="3879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3C9CE9D9-084F-688F-FC93-64A3593A4D1B}"/>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cxnSp>
        <p:nvCxnSpPr>
          <p:cNvPr id="10" name="Straight Connector 9">
            <a:extLst>
              <a:ext uri="{FF2B5EF4-FFF2-40B4-BE49-F238E27FC236}">
                <a16:creationId xmlns:a16="http://schemas.microsoft.com/office/drawing/2014/main" id="{AFEAD411-6B23-6947-CBA9-2CE4E1A19A6B}"/>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8213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Blank">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4D7551-AD66-CA46-4CE5-C93FF0C39C1A}"/>
              </a:ext>
            </a:extLst>
          </p:cNvPr>
          <p:cNvSpPr>
            <a:spLocks noGrp="1"/>
          </p:cNvSpPr>
          <p:nvPr>
            <p:ph type="title" hasCustomPrompt="1"/>
          </p:nvPr>
        </p:nvSpPr>
        <p:spPr>
          <a:xfrm>
            <a:off x="831850" y="876300"/>
            <a:ext cx="5795193" cy="1141578"/>
          </a:xfrm>
        </p:spPr>
        <p:txBody>
          <a:bodyPr anchor="b"/>
          <a:lstStyle>
            <a:lvl1pPr>
              <a:defRPr sz="6000">
                <a:solidFill>
                  <a:schemeClr val="accent1"/>
                </a:solidFill>
              </a:defRPr>
            </a:lvl1pPr>
          </a:lstStyle>
          <a:p>
            <a:r>
              <a:rPr lang="en-US"/>
              <a:t>Agenda</a:t>
            </a:r>
          </a:p>
        </p:txBody>
      </p:sp>
      <p:pic>
        <p:nvPicPr>
          <p:cNvPr id="4" name="Graphic 3">
            <a:extLst>
              <a:ext uri="{FF2B5EF4-FFF2-40B4-BE49-F238E27FC236}">
                <a16:creationId xmlns:a16="http://schemas.microsoft.com/office/drawing/2014/main" id="{12F4A152-11CA-8B2C-21AE-D5766A8794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5" name="Picture Placeholder 15">
            <a:extLst>
              <a:ext uri="{FF2B5EF4-FFF2-40B4-BE49-F238E27FC236}">
                <a16:creationId xmlns:a16="http://schemas.microsoft.com/office/drawing/2014/main" id="{E2DFB00C-A418-E60B-ACB1-DBB9AF0C7776}"/>
              </a:ext>
            </a:extLst>
          </p:cNvPr>
          <p:cNvSpPr>
            <a:spLocks noGrp="1"/>
          </p:cNvSpPr>
          <p:nvPr>
            <p:ph type="pic" sz="quarter" idx="10"/>
          </p:nvPr>
        </p:nvSpPr>
        <p:spPr>
          <a:xfrm>
            <a:off x="6297228" y="1498862"/>
            <a:ext cx="4940697" cy="4565877"/>
          </a:xfrm>
          <a:custGeom>
            <a:avLst/>
            <a:gdLst>
              <a:gd name="connsiteX0" fmla="*/ 1831111 w 5564187"/>
              <a:gd name="connsiteY0" fmla="*/ 0 h 5142067"/>
              <a:gd name="connsiteX1" fmla="*/ 5106263 w 5564187"/>
              <a:gd name="connsiteY1" fmla="*/ 0 h 5142067"/>
              <a:gd name="connsiteX2" fmla="*/ 5193803 w 5564187"/>
              <a:gd name="connsiteY2" fmla="*/ 27174 h 5142067"/>
              <a:gd name="connsiteX3" fmla="*/ 5564187 w 5564187"/>
              <a:gd name="connsiteY3" fmla="*/ 585954 h 5142067"/>
              <a:gd name="connsiteX4" fmla="*/ 5564187 w 5564187"/>
              <a:gd name="connsiteY4" fmla="*/ 3011630 h 5142067"/>
              <a:gd name="connsiteX5" fmla="*/ 4957750 w 5564187"/>
              <a:gd name="connsiteY5" fmla="*/ 3618067 h 5142067"/>
              <a:gd name="connsiteX6" fmla="*/ 2554287 w 5564187"/>
              <a:gd name="connsiteY6" fmla="*/ 3618067 h 5142067"/>
              <a:gd name="connsiteX7" fmla="*/ 2554287 w 5564187"/>
              <a:gd name="connsiteY7" fmla="*/ 4725897 h 5142067"/>
              <a:gd name="connsiteX8" fmla="*/ 2138117 w 5564187"/>
              <a:gd name="connsiteY8" fmla="*/ 5142067 h 5142067"/>
              <a:gd name="connsiteX9" fmla="*/ 415400 w 5564187"/>
              <a:gd name="connsiteY9" fmla="*/ 5142067 h 5142067"/>
              <a:gd name="connsiteX10" fmla="*/ 7685 w 5564187"/>
              <a:gd name="connsiteY10" fmla="*/ 4809770 h 5142067"/>
              <a:gd name="connsiteX11" fmla="*/ 0 w 5564187"/>
              <a:gd name="connsiteY11" fmla="*/ 4733536 h 5142067"/>
              <a:gd name="connsiteX12" fmla="*/ 0 w 5564187"/>
              <a:gd name="connsiteY12" fmla="*/ 3053627 h 5142067"/>
              <a:gd name="connsiteX13" fmla="*/ 7685 w 5564187"/>
              <a:gd name="connsiteY13" fmla="*/ 2977392 h 5142067"/>
              <a:gd name="connsiteX14" fmla="*/ 415400 w 5564187"/>
              <a:gd name="connsiteY14" fmla="*/ 2645095 h 5142067"/>
              <a:gd name="connsiteX15" fmla="*/ 1373187 w 5564187"/>
              <a:gd name="connsiteY15" fmla="*/ 2645095 h 5142067"/>
              <a:gd name="connsiteX16" fmla="*/ 1373187 w 5564187"/>
              <a:gd name="connsiteY16" fmla="*/ 585954 h 5142067"/>
              <a:gd name="connsiteX17" fmla="*/ 1743572 w 5564187"/>
              <a:gd name="connsiteY17" fmla="*/ 27174 h 514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64187" h="5142067">
                <a:moveTo>
                  <a:pt x="1831111" y="0"/>
                </a:moveTo>
                <a:lnTo>
                  <a:pt x="5106263" y="0"/>
                </a:lnTo>
                <a:lnTo>
                  <a:pt x="5193803" y="27174"/>
                </a:lnTo>
                <a:cubicBezTo>
                  <a:pt x="5411462" y="119236"/>
                  <a:pt x="5564187" y="334760"/>
                  <a:pt x="5564187" y="585954"/>
                </a:cubicBezTo>
                <a:lnTo>
                  <a:pt x="5564187" y="3011630"/>
                </a:lnTo>
                <a:cubicBezTo>
                  <a:pt x="5564187" y="3346556"/>
                  <a:pt x="5292676" y="3618067"/>
                  <a:pt x="4957750" y="3618067"/>
                </a:cubicBezTo>
                <a:lnTo>
                  <a:pt x="2554287" y="3618067"/>
                </a:lnTo>
                <a:lnTo>
                  <a:pt x="2554287" y="4725897"/>
                </a:lnTo>
                <a:cubicBezTo>
                  <a:pt x="2554287" y="4955741"/>
                  <a:pt x="2367961" y="5142067"/>
                  <a:pt x="2138117" y="5142067"/>
                </a:cubicBezTo>
                <a:lnTo>
                  <a:pt x="415400" y="5142067"/>
                </a:lnTo>
                <a:cubicBezTo>
                  <a:pt x="214287" y="5142067"/>
                  <a:pt x="46492" y="4999411"/>
                  <a:pt x="7685" y="4809770"/>
                </a:cubicBezTo>
                <a:lnTo>
                  <a:pt x="0" y="4733536"/>
                </a:lnTo>
                <a:lnTo>
                  <a:pt x="0" y="3053627"/>
                </a:lnTo>
                <a:lnTo>
                  <a:pt x="7685" y="2977392"/>
                </a:lnTo>
                <a:cubicBezTo>
                  <a:pt x="46492" y="2787751"/>
                  <a:pt x="214287" y="2645095"/>
                  <a:pt x="415400" y="2645095"/>
                </a:cubicBezTo>
                <a:lnTo>
                  <a:pt x="1373187" y="2645095"/>
                </a:lnTo>
                <a:lnTo>
                  <a:pt x="1373187" y="585954"/>
                </a:lnTo>
                <a:cubicBezTo>
                  <a:pt x="1373187" y="334760"/>
                  <a:pt x="1525912" y="119236"/>
                  <a:pt x="1743572" y="27174"/>
                </a:cubicBezTo>
                <a:close/>
              </a:path>
            </a:pathLst>
          </a:custGeom>
        </p:spPr>
        <p:txBody>
          <a:bodyPr wrap="square">
            <a:noAutofit/>
          </a:bodyPr>
          <a:lstStyle/>
          <a:p>
            <a:endParaRPr lang="en-US"/>
          </a:p>
        </p:txBody>
      </p:sp>
      <p:pic>
        <p:nvPicPr>
          <p:cNvPr id="6" name="Graphic 5">
            <a:extLst>
              <a:ext uri="{FF2B5EF4-FFF2-40B4-BE49-F238E27FC236}">
                <a16:creationId xmlns:a16="http://schemas.microsoft.com/office/drawing/2014/main" id="{7E6C1D21-1CFF-BA0F-4681-BC73E5D8975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249213" y="3883843"/>
            <a:ext cx="1270707" cy="1150070"/>
          </a:xfrm>
          <a:prstGeom prst="rect">
            <a:avLst/>
          </a:prstGeom>
        </p:spPr>
      </p:pic>
      <p:sp>
        <p:nvSpPr>
          <p:cNvPr id="7" name="Rectangle: Rounded Corners 6">
            <a:extLst>
              <a:ext uri="{FF2B5EF4-FFF2-40B4-BE49-F238E27FC236}">
                <a16:creationId xmlns:a16="http://schemas.microsoft.com/office/drawing/2014/main" id="{F33A7269-8DC1-4503-DBB5-478A0C5F8F16}"/>
              </a:ext>
            </a:extLst>
          </p:cNvPr>
          <p:cNvSpPr/>
          <p:nvPr userDrawn="1"/>
        </p:nvSpPr>
        <p:spPr>
          <a:xfrm>
            <a:off x="831850" y="2210539"/>
            <a:ext cx="5054046" cy="431454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Text Placeholder 27">
            <a:extLst>
              <a:ext uri="{FF2B5EF4-FFF2-40B4-BE49-F238E27FC236}">
                <a16:creationId xmlns:a16="http://schemas.microsoft.com/office/drawing/2014/main" id="{B267085C-1D9C-A051-B73E-A1AFC00E7753}"/>
              </a:ext>
            </a:extLst>
          </p:cNvPr>
          <p:cNvSpPr>
            <a:spLocks noGrp="1"/>
          </p:cNvSpPr>
          <p:nvPr>
            <p:ph type="body" sz="quarter" idx="11"/>
          </p:nvPr>
        </p:nvSpPr>
        <p:spPr>
          <a:xfrm>
            <a:off x="1144588" y="2387600"/>
            <a:ext cx="4419600" cy="3879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3C9CE9D9-084F-688F-FC93-64A3593A4D1B}"/>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cxnSp>
        <p:nvCxnSpPr>
          <p:cNvPr id="10" name="Straight Connector 9">
            <a:extLst>
              <a:ext uri="{FF2B5EF4-FFF2-40B4-BE49-F238E27FC236}">
                <a16:creationId xmlns:a16="http://schemas.microsoft.com/office/drawing/2014/main" id="{AFEAD411-6B23-6947-CBA9-2CE4E1A19A6B}"/>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6408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8333A-0501-C2FA-E3CC-1948BAD7D305}"/>
              </a:ext>
            </a:extLst>
          </p:cNvPr>
          <p:cNvSpPr>
            <a:spLocks noGrp="1"/>
          </p:cNvSpPr>
          <p:nvPr>
            <p:ph type="title" hasCustomPrompt="1"/>
          </p:nvPr>
        </p:nvSpPr>
        <p:spPr>
          <a:xfrm>
            <a:off x="831850" y="1061174"/>
            <a:ext cx="5795193" cy="1025691"/>
          </a:xfrm>
        </p:spPr>
        <p:txBody>
          <a:bodyPr anchor="b"/>
          <a:lstStyle>
            <a:lvl1pPr>
              <a:defRPr sz="6000">
                <a:solidFill>
                  <a:schemeClr val="accent1"/>
                </a:solidFill>
              </a:defRPr>
            </a:lvl1pPr>
          </a:lstStyle>
          <a:p>
            <a:r>
              <a:rPr lang="en-US"/>
              <a:t>Agenda</a:t>
            </a:r>
          </a:p>
        </p:txBody>
      </p:sp>
      <p:sp>
        <p:nvSpPr>
          <p:cNvPr id="3" name="Text Placeholder 2">
            <a:extLst>
              <a:ext uri="{FF2B5EF4-FFF2-40B4-BE49-F238E27FC236}">
                <a16:creationId xmlns:a16="http://schemas.microsoft.com/office/drawing/2014/main" id="{B169A8D1-A08E-F7E3-95BB-2C1B48BFBA01}"/>
              </a:ext>
            </a:extLst>
          </p:cNvPr>
          <p:cNvSpPr>
            <a:spLocks noGrp="1"/>
          </p:cNvSpPr>
          <p:nvPr>
            <p:ph type="body" idx="1"/>
          </p:nvPr>
        </p:nvSpPr>
        <p:spPr>
          <a:xfrm>
            <a:off x="831850" y="2965143"/>
            <a:ext cx="3985247" cy="3124508"/>
          </a:xfrm>
        </p:spPr>
        <p:txBody>
          <a:bodyPr/>
          <a:lstStyle>
            <a:lvl1pPr marL="0" indent="0">
              <a:buNone/>
              <a:defRPr sz="2400">
                <a:solidFill>
                  <a:srgbClr val="B9B9FC"/>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Freeform: Shape 3">
            <a:extLst>
              <a:ext uri="{FF2B5EF4-FFF2-40B4-BE49-F238E27FC236}">
                <a16:creationId xmlns:a16="http://schemas.microsoft.com/office/drawing/2014/main" id="{13611CD5-AFB0-9985-D5F6-4C5101806738}"/>
              </a:ext>
            </a:extLst>
          </p:cNvPr>
          <p:cNvSpPr/>
          <p:nvPr userDrawn="1"/>
        </p:nvSpPr>
        <p:spPr>
          <a:xfrm>
            <a:off x="8050998" y="441491"/>
            <a:ext cx="3185827" cy="2883031"/>
          </a:xfrm>
          <a:custGeom>
            <a:avLst/>
            <a:gdLst>
              <a:gd name="connsiteX0" fmla="*/ 641426 w 3185827"/>
              <a:gd name="connsiteY0" fmla="*/ 0 h 2883031"/>
              <a:gd name="connsiteX1" fmla="*/ 0 w 3185827"/>
              <a:gd name="connsiteY1" fmla="*/ 0 h 2883031"/>
              <a:gd name="connsiteX2" fmla="*/ 0 w 3185827"/>
              <a:gd name="connsiteY2" fmla="*/ 2883032 h 2883031"/>
              <a:gd name="connsiteX3" fmla="*/ 3185827 w 3185827"/>
              <a:gd name="connsiteY3" fmla="*/ 2883032 h 2883031"/>
              <a:gd name="connsiteX4" fmla="*/ 3185827 w 3185827"/>
              <a:gd name="connsiteY4" fmla="*/ 2544203 h 2883031"/>
              <a:gd name="connsiteX5" fmla="*/ 641426 w 3185827"/>
              <a:gd name="connsiteY5" fmla="*/ 0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641426" y="0"/>
                </a:moveTo>
                <a:lnTo>
                  <a:pt x="0" y="0"/>
                </a:lnTo>
                <a:cubicBezTo>
                  <a:pt x="0" y="0"/>
                  <a:pt x="0" y="2883032"/>
                  <a:pt x="0" y="2883032"/>
                </a:cubicBezTo>
                <a:lnTo>
                  <a:pt x="3185827" y="2883032"/>
                </a:lnTo>
                <a:cubicBezTo>
                  <a:pt x="3185827" y="2883032"/>
                  <a:pt x="3185827" y="2544203"/>
                  <a:pt x="3185827" y="2544203"/>
                </a:cubicBezTo>
                <a:cubicBezTo>
                  <a:pt x="3185827" y="1144891"/>
                  <a:pt x="2040737" y="0"/>
                  <a:pt x="641426" y="0"/>
                </a:cubicBezTo>
                <a:close/>
              </a:path>
            </a:pathLst>
          </a:custGeom>
          <a:solidFill>
            <a:schemeClr val="accent3">
              <a:alpha val="30000"/>
            </a:schemeClr>
          </a:solidFill>
          <a:ln w="0"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FE159D9A-2134-5565-9625-31A6D601E112}"/>
              </a:ext>
            </a:extLst>
          </p:cNvPr>
          <p:cNvSpPr/>
          <p:nvPr userDrawn="1"/>
        </p:nvSpPr>
        <p:spPr>
          <a:xfrm>
            <a:off x="8050798" y="3324522"/>
            <a:ext cx="3185827" cy="2883031"/>
          </a:xfrm>
          <a:custGeom>
            <a:avLst/>
            <a:gdLst>
              <a:gd name="connsiteX0" fmla="*/ 2544402 w 3185827"/>
              <a:gd name="connsiteY0" fmla="*/ 2883032 h 2883031"/>
              <a:gd name="connsiteX1" fmla="*/ 3185827 w 3185827"/>
              <a:gd name="connsiteY1" fmla="*/ 2883032 h 2883031"/>
              <a:gd name="connsiteX2" fmla="*/ 3185827 w 3185827"/>
              <a:gd name="connsiteY2" fmla="*/ 0 h 2883031"/>
              <a:gd name="connsiteX3" fmla="*/ 0 w 3185827"/>
              <a:gd name="connsiteY3" fmla="*/ 0 h 2883031"/>
              <a:gd name="connsiteX4" fmla="*/ 0 w 3185827"/>
              <a:gd name="connsiteY4" fmla="*/ 338829 h 2883031"/>
              <a:gd name="connsiteX5" fmla="*/ 2544203 w 3185827"/>
              <a:gd name="connsiteY5" fmla="*/ 2883032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2544402" y="2883032"/>
                </a:moveTo>
                <a:lnTo>
                  <a:pt x="3185827" y="2883032"/>
                </a:lnTo>
                <a:lnTo>
                  <a:pt x="3185827" y="0"/>
                </a:lnTo>
                <a:cubicBezTo>
                  <a:pt x="3185827" y="0"/>
                  <a:pt x="0" y="0"/>
                  <a:pt x="0" y="0"/>
                </a:cubicBezTo>
                <a:lnTo>
                  <a:pt x="0" y="338829"/>
                </a:lnTo>
                <a:cubicBezTo>
                  <a:pt x="0" y="1738140"/>
                  <a:pt x="1144891" y="2883032"/>
                  <a:pt x="2544203" y="2883032"/>
                </a:cubicBezTo>
                <a:close/>
              </a:path>
            </a:pathLst>
          </a:custGeom>
          <a:solidFill>
            <a:srgbClr val="0366FF">
              <a:alpha val="30000"/>
            </a:srgbClr>
          </a:solidFill>
          <a:ln w="0" cap="flat">
            <a:noFill/>
            <a:prstDash val="solid"/>
            <a:miter/>
          </a:ln>
        </p:spPr>
        <p:txBody>
          <a:bodyPr rtlCol="0" anchor="ctr"/>
          <a:lstStyle/>
          <a:p>
            <a:endParaRPr lang="en-US"/>
          </a:p>
        </p:txBody>
      </p:sp>
      <p:sp>
        <p:nvSpPr>
          <p:cNvPr id="6" name="Picture Placeholder 12">
            <a:extLst>
              <a:ext uri="{FF2B5EF4-FFF2-40B4-BE49-F238E27FC236}">
                <a16:creationId xmlns:a16="http://schemas.microsoft.com/office/drawing/2014/main" id="{2A3DFFBB-6EB4-A506-9AA4-5CBE701D7551}"/>
              </a:ext>
            </a:extLst>
          </p:cNvPr>
          <p:cNvSpPr>
            <a:spLocks noGrp="1"/>
          </p:cNvSpPr>
          <p:nvPr>
            <p:ph type="pic" sz="quarter" idx="12"/>
          </p:nvPr>
        </p:nvSpPr>
        <p:spPr>
          <a:xfrm>
            <a:off x="8276617"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spTree>
    <p:extLst>
      <p:ext uri="{BB962C8B-B14F-4D97-AF65-F5344CB8AC3E}">
        <p14:creationId xmlns:p14="http://schemas.microsoft.com/office/powerpoint/2010/main" val="435343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90D6E4-64C0-37A2-D8D1-B083EEDB5472}"/>
              </a:ext>
            </a:extLst>
          </p:cNvPr>
          <p:cNvSpPr/>
          <p:nvPr userDrawn="1"/>
        </p:nvSpPr>
        <p:spPr>
          <a:xfrm>
            <a:off x="0" y="0"/>
            <a:ext cx="12192000" cy="6858000"/>
          </a:xfrm>
          <a:prstGeom prst="rect">
            <a:avLst/>
          </a:prstGeom>
          <a:solidFill>
            <a:srgbClr val="0366FF"/>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6A28A232-4877-ECB8-77C6-BD8BF9F549B0}"/>
              </a:ext>
            </a:extLst>
          </p:cNvPr>
          <p:cNvSpPr>
            <a:spLocks noGrp="1"/>
          </p:cNvSpPr>
          <p:nvPr>
            <p:ph type="title"/>
          </p:nvPr>
        </p:nvSpPr>
        <p:spPr>
          <a:xfrm>
            <a:off x="831850" y="3429000"/>
            <a:ext cx="5795193" cy="2852737"/>
          </a:xfrm>
        </p:spPr>
        <p:txBody>
          <a:bodyPr anchor="b"/>
          <a:lstStyle>
            <a:lvl1pPr>
              <a:defRPr sz="6000">
                <a:solidFill>
                  <a:schemeClr val="bg1"/>
                </a:solidFill>
              </a:defRPr>
            </a:lvl1pPr>
          </a:lstStyle>
          <a:p>
            <a:r>
              <a:rPr lang="en-US"/>
              <a:t>Click to edit Master title style</a:t>
            </a:r>
          </a:p>
        </p:txBody>
      </p:sp>
      <p:sp>
        <p:nvSpPr>
          <p:cNvPr id="4" name="Freeform: Shape 3">
            <a:extLst>
              <a:ext uri="{FF2B5EF4-FFF2-40B4-BE49-F238E27FC236}">
                <a16:creationId xmlns:a16="http://schemas.microsoft.com/office/drawing/2014/main" id="{B75C52F2-7F5E-7AB9-35C8-0D7DA40F0CC6}"/>
              </a:ext>
            </a:extLst>
          </p:cNvPr>
          <p:cNvSpPr/>
          <p:nvPr userDrawn="1"/>
        </p:nvSpPr>
        <p:spPr>
          <a:xfrm>
            <a:off x="8050798" y="3324522"/>
            <a:ext cx="3185827" cy="2883031"/>
          </a:xfrm>
          <a:custGeom>
            <a:avLst/>
            <a:gdLst>
              <a:gd name="connsiteX0" fmla="*/ 2544402 w 3185827"/>
              <a:gd name="connsiteY0" fmla="*/ 2883032 h 2883031"/>
              <a:gd name="connsiteX1" fmla="*/ 3185827 w 3185827"/>
              <a:gd name="connsiteY1" fmla="*/ 2883032 h 2883031"/>
              <a:gd name="connsiteX2" fmla="*/ 3185827 w 3185827"/>
              <a:gd name="connsiteY2" fmla="*/ 0 h 2883031"/>
              <a:gd name="connsiteX3" fmla="*/ 0 w 3185827"/>
              <a:gd name="connsiteY3" fmla="*/ 0 h 2883031"/>
              <a:gd name="connsiteX4" fmla="*/ 0 w 3185827"/>
              <a:gd name="connsiteY4" fmla="*/ 338829 h 2883031"/>
              <a:gd name="connsiteX5" fmla="*/ 2544203 w 3185827"/>
              <a:gd name="connsiteY5" fmla="*/ 2883032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2544402" y="2883032"/>
                </a:moveTo>
                <a:lnTo>
                  <a:pt x="3185827" y="2883032"/>
                </a:lnTo>
                <a:lnTo>
                  <a:pt x="3185827" y="0"/>
                </a:lnTo>
                <a:cubicBezTo>
                  <a:pt x="3185827" y="0"/>
                  <a:pt x="0" y="0"/>
                  <a:pt x="0" y="0"/>
                </a:cubicBezTo>
                <a:lnTo>
                  <a:pt x="0" y="338829"/>
                </a:lnTo>
                <a:cubicBezTo>
                  <a:pt x="0" y="1738140"/>
                  <a:pt x="1144891" y="2883032"/>
                  <a:pt x="2544203" y="2883032"/>
                </a:cubicBezTo>
                <a:close/>
              </a:path>
            </a:pathLst>
          </a:custGeom>
          <a:solidFill>
            <a:srgbClr val="0366FF">
              <a:alpha val="30000"/>
            </a:srgbClr>
          </a:solidFill>
          <a:ln w="0" cap="flat">
            <a:noFill/>
            <a:prstDash val="solid"/>
            <a:miter/>
          </a:ln>
        </p:spPr>
        <p:txBody>
          <a:bodyPr rtlCol="0" anchor="ctr"/>
          <a:lstStyle/>
          <a:p>
            <a:endParaRPr lang="en-US"/>
          </a:p>
        </p:txBody>
      </p:sp>
      <p:pic>
        <p:nvPicPr>
          <p:cNvPr id="5" name="Graphic 4">
            <a:extLst>
              <a:ext uri="{FF2B5EF4-FFF2-40B4-BE49-F238E27FC236}">
                <a16:creationId xmlns:a16="http://schemas.microsoft.com/office/drawing/2014/main" id="{C3C74F88-CBEE-F3E1-88DE-9AFE59A7DF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6" name="Freeform: Shape 5">
            <a:extLst>
              <a:ext uri="{FF2B5EF4-FFF2-40B4-BE49-F238E27FC236}">
                <a16:creationId xmlns:a16="http://schemas.microsoft.com/office/drawing/2014/main" id="{9987E131-D314-2CAA-47DC-F1E10B51FE28}"/>
              </a:ext>
            </a:extLst>
          </p:cNvPr>
          <p:cNvSpPr/>
          <p:nvPr userDrawn="1"/>
        </p:nvSpPr>
        <p:spPr>
          <a:xfrm flipH="1" flipV="1">
            <a:off x="8101534" y="2004293"/>
            <a:ext cx="2107444" cy="1907186"/>
          </a:xfrm>
          <a:custGeom>
            <a:avLst/>
            <a:gdLst>
              <a:gd name="connsiteX0" fmla="*/ 417843 w 2074935"/>
              <a:gd name="connsiteY0" fmla="*/ 0 h 1877766"/>
              <a:gd name="connsiteX1" fmla="*/ 0 w 2074935"/>
              <a:gd name="connsiteY1" fmla="*/ 0 h 1877766"/>
              <a:gd name="connsiteX2" fmla="*/ 0 w 2074935"/>
              <a:gd name="connsiteY2" fmla="*/ 1877767 h 1877766"/>
              <a:gd name="connsiteX3" fmla="*/ 2074935 w 2074935"/>
              <a:gd name="connsiteY3" fmla="*/ 1877767 h 1877766"/>
              <a:gd name="connsiteX4" fmla="*/ 2074935 w 2074935"/>
              <a:gd name="connsiteY4" fmla="*/ 1657093 h 1877766"/>
              <a:gd name="connsiteX5" fmla="*/ 417843 w 2074935"/>
              <a:gd name="connsiteY5" fmla="*/ 0 h 187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74935" h="1877766">
                <a:moveTo>
                  <a:pt x="417843" y="0"/>
                </a:moveTo>
                <a:lnTo>
                  <a:pt x="0" y="0"/>
                </a:lnTo>
                <a:cubicBezTo>
                  <a:pt x="0" y="0"/>
                  <a:pt x="0" y="1877767"/>
                  <a:pt x="0" y="1877767"/>
                </a:cubicBezTo>
                <a:lnTo>
                  <a:pt x="2074935" y="1877767"/>
                </a:lnTo>
                <a:cubicBezTo>
                  <a:pt x="2074935" y="1877767"/>
                  <a:pt x="2074935" y="1657093"/>
                  <a:pt x="2074935" y="1657093"/>
                </a:cubicBezTo>
                <a:cubicBezTo>
                  <a:pt x="2074935" y="745648"/>
                  <a:pt x="1329190" y="0"/>
                  <a:pt x="417843" y="0"/>
                </a:cubicBezTo>
                <a:close/>
              </a:path>
            </a:pathLst>
          </a:custGeom>
          <a:solidFill>
            <a:schemeClr val="accent3"/>
          </a:solidFill>
          <a:ln w="0" cap="flat">
            <a:solidFill>
              <a:schemeClr val="accent3"/>
            </a:solidFill>
            <a:prstDash val="solid"/>
            <a:miter/>
          </a:ln>
        </p:spPr>
        <p:txBody>
          <a:bodyPr rtlCol="0" anchor="ctr"/>
          <a:lstStyle/>
          <a:p>
            <a:endParaRPr lang="en-US"/>
          </a:p>
        </p:txBody>
      </p:sp>
      <p:grpSp>
        <p:nvGrpSpPr>
          <p:cNvPr id="7" name="Graphic 4">
            <a:extLst>
              <a:ext uri="{FF2B5EF4-FFF2-40B4-BE49-F238E27FC236}">
                <a16:creationId xmlns:a16="http://schemas.microsoft.com/office/drawing/2014/main" id="{34E1C845-808B-5601-2B7E-AE9AE3740430}"/>
              </a:ext>
            </a:extLst>
          </p:cNvPr>
          <p:cNvGrpSpPr/>
          <p:nvPr userDrawn="1"/>
        </p:nvGrpSpPr>
        <p:grpSpPr>
          <a:xfrm flipH="1" flipV="1">
            <a:off x="6631380" y="995985"/>
            <a:ext cx="4605245" cy="4167637"/>
            <a:chOff x="7648082" y="1376403"/>
            <a:chExt cx="4534204" cy="4103346"/>
          </a:xfrm>
          <a:noFill/>
        </p:grpSpPr>
        <p:sp>
          <p:nvSpPr>
            <p:cNvPr id="8" name="Freeform: Shape 7">
              <a:extLst>
                <a:ext uri="{FF2B5EF4-FFF2-40B4-BE49-F238E27FC236}">
                  <a16:creationId xmlns:a16="http://schemas.microsoft.com/office/drawing/2014/main" id="{D365C319-1459-9B67-4900-C2422BD8E0DA}"/>
                </a:ext>
              </a:extLst>
            </p:cNvPr>
            <p:cNvSpPr/>
            <p:nvPr/>
          </p:nvSpPr>
          <p:spPr>
            <a:xfrm>
              <a:off x="8530292" y="2443252"/>
              <a:ext cx="2399924" cy="2171868"/>
            </a:xfrm>
            <a:custGeom>
              <a:avLst/>
              <a:gdLst>
                <a:gd name="connsiteX0" fmla="*/ 483209 w 2399924"/>
                <a:gd name="connsiteY0" fmla="*/ 0 h 2171868"/>
                <a:gd name="connsiteX1" fmla="*/ 0 w 2399924"/>
                <a:gd name="connsiteY1" fmla="*/ 0 h 2171868"/>
                <a:gd name="connsiteX2" fmla="*/ 0 w 2399924"/>
                <a:gd name="connsiteY2" fmla="*/ 2171869 h 2171868"/>
                <a:gd name="connsiteX3" fmla="*/ 2399924 w 2399924"/>
                <a:gd name="connsiteY3" fmla="*/ 2171869 h 2171868"/>
                <a:gd name="connsiteX4" fmla="*/ 2399924 w 2399924"/>
                <a:gd name="connsiteY4" fmla="*/ 1916715 h 2171868"/>
                <a:gd name="connsiteX5" fmla="*/ 483307 w 2399924"/>
                <a:gd name="connsiteY5" fmla="*/ 97 h 217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9924" h="2171868">
                  <a:moveTo>
                    <a:pt x="483209" y="0"/>
                  </a:moveTo>
                  <a:lnTo>
                    <a:pt x="0" y="0"/>
                  </a:lnTo>
                  <a:cubicBezTo>
                    <a:pt x="0" y="0"/>
                    <a:pt x="0" y="2171869"/>
                    <a:pt x="0" y="2171869"/>
                  </a:cubicBezTo>
                  <a:lnTo>
                    <a:pt x="2399924" y="2171869"/>
                  </a:lnTo>
                  <a:cubicBezTo>
                    <a:pt x="2399924" y="2171869"/>
                    <a:pt x="2399924" y="1916715"/>
                    <a:pt x="2399924" y="1916715"/>
                  </a:cubicBezTo>
                  <a:cubicBezTo>
                    <a:pt x="2399924" y="862590"/>
                    <a:pt x="1537432" y="97"/>
                    <a:pt x="483307" y="97"/>
                  </a:cubicBezTo>
                  <a:close/>
                </a:path>
              </a:pathLst>
            </a:custGeom>
            <a:noFill/>
            <a:ln w="22813" cap="flat">
              <a:solidFill>
                <a:schemeClr val="accent3"/>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2159866-CB6A-C839-13AE-22E86CF7C24E}"/>
                </a:ext>
              </a:extLst>
            </p:cNvPr>
            <p:cNvSpPr/>
            <p:nvPr/>
          </p:nvSpPr>
          <p:spPr>
            <a:xfrm>
              <a:off x="8450064" y="2346222"/>
              <a:ext cx="2593887" cy="2347475"/>
            </a:xfrm>
            <a:custGeom>
              <a:avLst/>
              <a:gdLst>
                <a:gd name="connsiteX0" fmla="*/ 522352 w 2593887"/>
                <a:gd name="connsiteY0" fmla="*/ 0 h 2347475"/>
                <a:gd name="connsiteX1" fmla="*/ 0 w 2593887"/>
                <a:gd name="connsiteY1" fmla="*/ 0 h 2347475"/>
                <a:gd name="connsiteX2" fmla="*/ 0 w 2593887"/>
                <a:gd name="connsiteY2" fmla="*/ 2347475 h 2347475"/>
                <a:gd name="connsiteX3" fmla="*/ 2593888 w 2593887"/>
                <a:gd name="connsiteY3" fmla="*/ 2347475 h 2347475"/>
                <a:gd name="connsiteX4" fmla="*/ 2593888 w 2593887"/>
                <a:gd name="connsiteY4" fmla="*/ 2071633 h 2347475"/>
                <a:gd name="connsiteX5" fmla="*/ 522255 w 2593887"/>
                <a:gd name="connsiteY5" fmla="*/ 0 h 234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887" h="2347475">
                  <a:moveTo>
                    <a:pt x="522352" y="0"/>
                  </a:moveTo>
                  <a:lnTo>
                    <a:pt x="0" y="0"/>
                  </a:lnTo>
                  <a:cubicBezTo>
                    <a:pt x="0" y="0"/>
                    <a:pt x="0" y="2347475"/>
                    <a:pt x="0" y="2347475"/>
                  </a:cubicBezTo>
                  <a:lnTo>
                    <a:pt x="2593888" y="2347475"/>
                  </a:lnTo>
                  <a:cubicBezTo>
                    <a:pt x="2593888" y="2347475"/>
                    <a:pt x="2593888" y="2071633"/>
                    <a:pt x="2593888" y="2071633"/>
                  </a:cubicBezTo>
                  <a:cubicBezTo>
                    <a:pt x="2593888" y="932230"/>
                    <a:pt x="1661658" y="0"/>
                    <a:pt x="522255" y="0"/>
                  </a:cubicBezTo>
                  <a:close/>
                </a:path>
              </a:pathLst>
            </a:custGeom>
            <a:noFill/>
            <a:ln w="22813" cap="flat">
              <a:solidFill>
                <a:schemeClr val="accent3"/>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9F30909-7351-CC52-AD47-DC0F1719BF2D}"/>
                </a:ext>
              </a:extLst>
            </p:cNvPr>
            <p:cNvSpPr/>
            <p:nvPr/>
          </p:nvSpPr>
          <p:spPr>
            <a:xfrm>
              <a:off x="8369837" y="2249289"/>
              <a:ext cx="2787948" cy="2522984"/>
            </a:xfrm>
            <a:custGeom>
              <a:avLst/>
              <a:gdLst>
                <a:gd name="connsiteX0" fmla="*/ 561397 w 2787948"/>
                <a:gd name="connsiteY0" fmla="*/ 0 h 2522984"/>
                <a:gd name="connsiteX1" fmla="*/ 0 w 2787948"/>
                <a:gd name="connsiteY1" fmla="*/ 0 h 2522984"/>
                <a:gd name="connsiteX2" fmla="*/ 0 w 2787948"/>
                <a:gd name="connsiteY2" fmla="*/ 2522985 h 2522984"/>
                <a:gd name="connsiteX3" fmla="*/ 2787949 w 2787948"/>
                <a:gd name="connsiteY3" fmla="*/ 2522985 h 2522984"/>
                <a:gd name="connsiteX4" fmla="*/ 2787949 w 2787948"/>
                <a:gd name="connsiteY4" fmla="*/ 2226552 h 2522984"/>
                <a:gd name="connsiteX5" fmla="*/ 561397 w 2787948"/>
                <a:gd name="connsiteY5" fmla="*/ 0 h 2522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7948" h="2522984">
                  <a:moveTo>
                    <a:pt x="561397" y="0"/>
                  </a:moveTo>
                  <a:lnTo>
                    <a:pt x="0" y="0"/>
                  </a:lnTo>
                  <a:cubicBezTo>
                    <a:pt x="0" y="0"/>
                    <a:pt x="0" y="2522985"/>
                    <a:pt x="0" y="2522985"/>
                  </a:cubicBezTo>
                  <a:lnTo>
                    <a:pt x="2787949" y="2522985"/>
                  </a:lnTo>
                  <a:cubicBezTo>
                    <a:pt x="2787949" y="2522985"/>
                    <a:pt x="2787949" y="2226552"/>
                    <a:pt x="2787949" y="2226552"/>
                  </a:cubicBezTo>
                  <a:cubicBezTo>
                    <a:pt x="2787949" y="1001968"/>
                    <a:pt x="1785981" y="0"/>
                    <a:pt x="561397" y="0"/>
                  </a:cubicBezTo>
                  <a:close/>
                </a:path>
              </a:pathLst>
            </a:custGeom>
            <a:noFill/>
            <a:ln w="22813" cap="flat">
              <a:solidFill>
                <a:schemeClr val="accent3"/>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F0931AF-A759-931D-1D54-6BA4FE51332E}"/>
                </a:ext>
              </a:extLst>
            </p:cNvPr>
            <p:cNvSpPr/>
            <p:nvPr/>
          </p:nvSpPr>
          <p:spPr>
            <a:xfrm>
              <a:off x="8289707" y="2152161"/>
              <a:ext cx="2982009" cy="2698688"/>
            </a:xfrm>
            <a:custGeom>
              <a:avLst/>
              <a:gdLst>
                <a:gd name="connsiteX0" fmla="*/ 600442 w 2982009"/>
                <a:gd name="connsiteY0" fmla="*/ 97 h 2698688"/>
                <a:gd name="connsiteX1" fmla="*/ 0 w 2982009"/>
                <a:gd name="connsiteY1" fmla="*/ 97 h 2698688"/>
                <a:gd name="connsiteX2" fmla="*/ 0 w 2982009"/>
                <a:gd name="connsiteY2" fmla="*/ 2698689 h 2698688"/>
                <a:gd name="connsiteX3" fmla="*/ 2982009 w 2982009"/>
                <a:gd name="connsiteY3" fmla="*/ 2698689 h 2698688"/>
                <a:gd name="connsiteX4" fmla="*/ 2982009 w 2982009"/>
                <a:gd name="connsiteY4" fmla="*/ 2381567 h 2698688"/>
                <a:gd name="connsiteX5" fmla="*/ 600442 w 2982009"/>
                <a:gd name="connsiteY5" fmla="*/ 0 h 269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2009" h="2698688">
                  <a:moveTo>
                    <a:pt x="600442" y="97"/>
                  </a:moveTo>
                  <a:lnTo>
                    <a:pt x="0" y="97"/>
                  </a:lnTo>
                  <a:cubicBezTo>
                    <a:pt x="0" y="97"/>
                    <a:pt x="0" y="2698689"/>
                    <a:pt x="0" y="2698689"/>
                  </a:cubicBezTo>
                  <a:lnTo>
                    <a:pt x="2982009" y="2698689"/>
                  </a:lnTo>
                  <a:cubicBezTo>
                    <a:pt x="2982009" y="2698689"/>
                    <a:pt x="2982009" y="2381567"/>
                    <a:pt x="2982009" y="2381567"/>
                  </a:cubicBezTo>
                  <a:cubicBezTo>
                    <a:pt x="2982009" y="1071705"/>
                    <a:pt x="1910304" y="0"/>
                    <a:pt x="600442" y="0"/>
                  </a:cubicBezTo>
                  <a:close/>
                </a:path>
              </a:pathLst>
            </a:custGeom>
            <a:noFill/>
            <a:ln w="22813" cap="flat">
              <a:solidFill>
                <a:schemeClr val="accent3"/>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816F574-8BC7-D7AC-1D88-DE833A637B09}"/>
                </a:ext>
              </a:extLst>
            </p:cNvPr>
            <p:cNvSpPr/>
            <p:nvPr/>
          </p:nvSpPr>
          <p:spPr>
            <a:xfrm>
              <a:off x="8209480" y="2055325"/>
              <a:ext cx="3175972" cy="2874197"/>
            </a:xfrm>
            <a:custGeom>
              <a:avLst/>
              <a:gdLst>
                <a:gd name="connsiteX0" fmla="*/ 639488 w 3175972"/>
                <a:gd name="connsiteY0" fmla="*/ 0 h 2874197"/>
                <a:gd name="connsiteX1" fmla="*/ 0 w 3175972"/>
                <a:gd name="connsiteY1" fmla="*/ 0 h 2874197"/>
                <a:gd name="connsiteX2" fmla="*/ 0 w 3175972"/>
                <a:gd name="connsiteY2" fmla="*/ 2874198 h 2874197"/>
                <a:gd name="connsiteX3" fmla="*/ 3175973 w 3175972"/>
                <a:gd name="connsiteY3" fmla="*/ 2874198 h 2874197"/>
                <a:gd name="connsiteX4" fmla="*/ 3175973 w 3175972"/>
                <a:gd name="connsiteY4" fmla="*/ 2536486 h 2874197"/>
                <a:gd name="connsiteX5" fmla="*/ 639488 w 3175972"/>
                <a:gd name="connsiteY5" fmla="*/ 0 h 2874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75972" h="2874197">
                  <a:moveTo>
                    <a:pt x="639488" y="0"/>
                  </a:moveTo>
                  <a:lnTo>
                    <a:pt x="0" y="0"/>
                  </a:lnTo>
                  <a:cubicBezTo>
                    <a:pt x="0" y="0"/>
                    <a:pt x="0" y="2874198"/>
                    <a:pt x="0" y="2874198"/>
                  </a:cubicBezTo>
                  <a:lnTo>
                    <a:pt x="3175973" y="2874198"/>
                  </a:lnTo>
                  <a:cubicBezTo>
                    <a:pt x="3175973" y="2874198"/>
                    <a:pt x="3175973" y="2536486"/>
                    <a:pt x="3175973" y="2536486"/>
                  </a:cubicBezTo>
                  <a:cubicBezTo>
                    <a:pt x="3175973" y="1141443"/>
                    <a:pt x="2034530" y="0"/>
                    <a:pt x="639488" y="0"/>
                  </a:cubicBezTo>
                  <a:close/>
                </a:path>
              </a:pathLst>
            </a:custGeom>
            <a:noFill/>
            <a:ln w="22813" cap="flat">
              <a:solidFill>
                <a:schemeClr val="accent3"/>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DA0745-5885-DD71-E99D-D5D1B0CF86E4}"/>
                </a:ext>
              </a:extLst>
            </p:cNvPr>
            <p:cNvSpPr/>
            <p:nvPr/>
          </p:nvSpPr>
          <p:spPr>
            <a:xfrm>
              <a:off x="8129252" y="1958294"/>
              <a:ext cx="3370033" cy="3049804"/>
            </a:xfrm>
            <a:custGeom>
              <a:avLst/>
              <a:gdLst>
                <a:gd name="connsiteX0" fmla="*/ 678630 w 3370033"/>
                <a:gd name="connsiteY0" fmla="*/ 0 h 3049804"/>
                <a:gd name="connsiteX1" fmla="*/ 0 w 3370033"/>
                <a:gd name="connsiteY1" fmla="*/ 0 h 3049804"/>
                <a:gd name="connsiteX2" fmla="*/ 0 w 3370033"/>
                <a:gd name="connsiteY2" fmla="*/ 3049804 h 3049804"/>
                <a:gd name="connsiteX3" fmla="*/ 3370034 w 3370033"/>
                <a:gd name="connsiteY3" fmla="*/ 3049804 h 3049804"/>
                <a:gd name="connsiteX4" fmla="*/ 3370034 w 3370033"/>
                <a:gd name="connsiteY4" fmla="*/ 2691404 h 3049804"/>
                <a:gd name="connsiteX5" fmla="*/ 678630 w 3370033"/>
                <a:gd name="connsiteY5" fmla="*/ 0 h 3049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0033" h="3049804">
                  <a:moveTo>
                    <a:pt x="678630" y="0"/>
                  </a:moveTo>
                  <a:lnTo>
                    <a:pt x="0" y="0"/>
                  </a:lnTo>
                  <a:cubicBezTo>
                    <a:pt x="0" y="0"/>
                    <a:pt x="0" y="3049804"/>
                    <a:pt x="0" y="3049804"/>
                  </a:cubicBezTo>
                  <a:lnTo>
                    <a:pt x="3370034" y="3049804"/>
                  </a:lnTo>
                  <a:cubicBezTo>
                    <a:pt x="3370034" y="3049804"/>
                    <a:pt x="3370034" y="2691404"/>
                    <a:pt x="3370034" y="2691404"/>
                  </a:cubicBezTo>
                  <a:cubicBezTo>
                    <a:pt x="3370034" y="1211083"/>
                    <a:pt x="2158854" y="0"/>
                    <a:pt x="678630" y="0"/>
                  </a:cubicBezTo>
                  <a:close/>
                </a:path>
              </a:pathLst>
            </a:custGeom>
            <a:noFill/>
            <a:ln w="22813" cap="flat">
              <a:solidFill>
                <a:schemeClr val="accent3"/>
              </a:solid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2BD5391-22D2-56B7-1561-4B7441FCF11E}"/>
                </a:ext>
              </a:extLst>
            </p:cNvPr>
            <p:cNvSpPr/>
            <p:nvPr/>
          </p:nvSpPr>
          <p:spPr>
            <a:xfrm>
              <a:off x="8049122" y="1861361"/>
              <a:ext cx="3564094" cy="3225410"/>
            </a:xfrm>
            <a:custGeom>
              <a:avLst/>
              <a:gdLst>
                <a:gd name="connsiteX0" fmla="*/ 717675 w 3564094"/>
                <a:gd name="connsiteY0" fmla="*/ 0 h 3225410"/>
                <a:gd name="connsiteX1" fmla="*/ 0 w 3564094"/>
                <a:gd name="connsiteY1" fmla="*/ 0 h 3225410"/>
                <a:gd name="connsiteX2" fmla="*/ 0 w 3564094"/>
                <a:gd name="connsiteY2" fmla="*/ 3225411 h 3225410"/>
                <a:gd name="connsiteX3" fmla="*/ 3564095 w 3564094"/>
                <a:gd name="connsiteY3" fmla="*/ 3225411 h 3225410"/>
                <a:gd name="connsiteX4" fmla="*/ 3564095 w 3564094"/>
                <a:gd name="connsiteY4" fmla="*/ 2846420 h 3225410"/>
                <a:gd name="connsiteX5" fmla="*/ 717675 w 3564094"/>
                <a:gd name="connsiteY5" fmla="*/ 0 h 3225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4094" h="3225410">
                  <a:moveTo>
                    <a:pt x="717675" y="0"/>
                  </a:moveTo>
                  <a:lnTo>
                    <a:pt x="0" y="0"/>
                  </a:lnTo>
                  <a:cubicBezTo>
                    <a:pt x="0" y="0"/>
                    <a:pt x="0" y="3225411"/>
                    <a:pt x="0" y="3225411"/>
                  </a:cubicBezTo>
                  <a:lnTo>
                    <a:pt x="3564095" y="3225411"/>
                  </a:lnTo>
                  <a:cubicBezTo>
                    <a:pt x="3564095" y="3225411"/>
                    <a:pt x="3564095" y="2846420"/>
                    <a:pt x="3564095" y="2846420"/>
                  </a:cubicBezTo>
                  <a:cubicBezTo>
                    <a:pt x="3564095" y="1280918"/>
                    <a:pt x="2283177" y="0"/>
                    <a:pt x="717675" y="0"/>
                  </a:cubicBezTo>
                  <a:close/>
                </a:path>
              </a:pathLst>
            </a:custGeom>
            <a:noFill/>
            <a:ln w="22813" cap="flat">
              <a:solidFill>
                <a:schemeClr val="accent3"/>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C51AE05-5125-9A0C-2234-D4571A7B8751}"/>
                </a:ext>
              </a:extLst>
            </p:cNvPr>
            <p:cNvSpPr/>
            <p:nvPr/>
          </p:nvSpPr>
          <p:spPr>
            <a:xfrm>
              <a:off x="7968895" y="1764331"/>
              <a:ext cx="3758058" cy="3401017"/>
            </a:xfrm>
            <a:custGeom>
              <a:avLst/>
              <a:gdLst>
                <a:gd name="connsiteX0" fmla="*/ 756721 w 3758058"/>
                <a:gd name="connsiteY0" fmla="*/ 0 h 3401017"/>
                <a:gd name="connsiteX1" fmla="*/ 0 w 3758058"/>
                <a:gd name="connsiteY1" fmla="*/ 0 h 3401017"/>
                <a:gd name="connsiteX2" fmla="*/ 0 w 3758058"/>
                <a:gd name="connsiteY2" fmla="*/ 3401018 h 3401017"/>
                <a:gd name="connsiteX3" fmla="*/ 3758058 w 3758058"/>
                <a:gd name="connsiteY3" fmla="*/ 3401018 h 3401017"/>
                <a:gd name="connsiteX4" fmla="*/ 3758058 w 3758058"/>
                <a:gd name="connsiteY4" fmla="*/ 3001435 h 3401017"/>
                <a:gd name="connsiteX5" fmla="*/ 756721 w 3758058"/>
                <a:gd name="connsiteY5" fmla="*/ 97 h 3401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8058" h="3401017">
                  <a:moveTo>
                    <a:pt x="756721" y="0"/>
                  </a:moveTo>
                  <a:lnTo>
                    <a:pt x="0" y="0"/>
                  </a:lnTo>
                  <a:cubicBezTo>
                    <a:pt x="0" y="0"/>
                    <a:pt x="0" y="3401018"/>
                    <a:pt x="0" y="3401018"/>
                  </a:cubicBezTo>
                  <a:lnTo>
                    <a:pt x="3758058" y="3401018"/>
                  </a:lnTo>
                  <a:cubicBezTo>
                    <a:pt x="3758058" y="3401018"/>
                    <a:pt x="3758058" y="3001435"/>
                    <a:pt x="3758058" y="3001435"/>
                  </a:cubicBezTo>
                  <a:cubicBezTo>
                    <a:pt x="3758058" y="1350655"/>
                    <a:pt x="2407403" y="97"/>
                    <a:pt x="756721" y="97"/>
                  </a:cubicBezTo>
                  <a:close/>
                </a:path>
              </a:pathLst>
            </a:custGeom>
            <a:noFill/>
            <a:ln w="22813" cap="flat">
              <a:solidFill>
                <a:schemeClr val="accent3"/>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2E28954-65CE-131F-B818-C57CE2823510}"/>
                </a:ext>
              </a:extLst>
            </p:cNvPr>
            <p:cNvSpPr/>
            <p:nvPr/>
          </p:nvSpPr>
          <p:spPr>
            <a:xfrm>
              <a:off x="7888667" y="1667300"/>
              <a:ext cx="3952119" cy="3576623"/>
            </a:xfrm>
            <a:custGeom>
              <a:avLst/>
              <a:gdLst>
                <a:gd name="connsiteX0" fmla="*/ 795863 w 3952119"/>
                <a:gd name="connsiteY0" fmla="*/ 97 h 3576623"/>
                <a:gd name="connsiteX1" fmla="*/ 0 w 3952119"/>
                <a:gd name="connsiteY1" fmla="*/ 97 h 3576623"/>
                <a:gd name="connsiteX2" fmla="*/ 0 w 3952119"/>
                <a:gd name="connsiteY2" fmla="*/ 3576624 h 3576623"/>
                <a:gd name="connsiteX3" fmla="*/ 3952119 w 3952119"/>
                <a:gd name="connsiteY3" fmla="*/ 3576624 h 3576623"/>
                <a:gd name="connsiteX4" fmla="*/ 3952119 w 3952119"/>
                <a:gd name="connsiteY4" fmla="*/ 3156353 h 3576623"/>
                <a:gd name="connsiteX5" fmla="*/ 795766 w 3952119"/>
                <a:gd name="connsiteY5" fmla="*/ 0 h 357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52119" h="3576623">
                  <a:moveTo>
                    <a:pt x="795863" y="97"/>
                  </a:moveTo>
                  <a:lnTo>
                    <a:pt x="0" y="97"/>
                  </a:lnTo>
                  <a:cubicBezTo>
                    <a:pt x="0" y="97"/>
                    <a:pt x="0" y="3576624"/>
                    <a:pt x="0" y="3576624"/>
                  </a:cubicBezTo>
                  <a:lnTo>
                    <a:pt x="3952119" y="3576624"/>
                  </a:lnTo>
                  <a:cubicBezTo>
                    <a:pt x="3952119" y="3576624"/>
                    <a:pt x="3952119" y="3156353"/>
                    <a:pt x="3952119" y="3156353"/>
                  </a:cubicBezTo>
                  <a:cubicBezTo>
                    <a:pt x="3952119" y="1420393"/>
                    <a:pt x="2531726" y="0"/>
                    <a:pt x="795766" y="0"/>
                  </a:cubicBezTo>
                  <a:close/>
                </a:path>
              </a:pathLst>
            </a:custGeom>
            <a:noFill/>
            <a:ln w="22813" cap="flat">
              <a:solidFill>
                <a:schemeClr val="accent3"/>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C51F013-799A-B6B0-F45A-E627BC708A2E}"/>
                </a:ext>
              </a:extLst>
            </p:cNvPr>
            <p:cNvSpPr/>
            <p:nvPr/>
          </p:nvSpPr>
          <p:spPr>
            <a:xfrm>
              <a:off x="7808537" y="1570367"/>
              <a:ext cx="4146179" cy="3752133"/>
            </a:xfrm>
            <a:custGeom>
              <a:avLst/>
              <a:gdLst>
                <a:gd name="connsiteX0" fmla="*/ 834811 w 4146179"/>
                <a:gd name="connsiteY0" fmla="*/ 0 h 3752133"/>
                <a:gd name="connsiteX1" fmla="*/ 0 w 4146179"/>
                <a:gd name="connsiteY1" fmla="*/ 0 h 3752133"/>
                <a:gd name="connsiteX2" fmla="*/ 0 w 4146179"/>
                <a:gd name="connsiteY2" fmla="*/ 3752134 h 3752133"/>
                <a:gd name="connsiteX3" fmla="*/ 4146180 w 4146179"/>
                <a:gd name="connsiteY3" fmla="*/ 3752134 h 3752133"/>
                <a:gd name="connsiteX4" fmla="*/ 4146180 w 4146179"/>
                <a:gd name="connsiteY4" fmla="*/ 3311272 h 3752133"/>
                <a:gd name="connsiteX5" fmla="*/ 834908 w 4146179"/>
                <a:gd name="connsiteY5" fmla="*/ 0 h 375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6179" h="3752133">
                  <a:moveTo>
                    <a:pt x="834811" y="0"/>
                  </a:moveTo>
                  <a:lnTo>
                    <a:pt x="0" y="0"/>
                  </a:lnTo>
                  <a:cubicBezTo>
                    <a:pt x="0" y="0"/>
                    <a:pt x="0" y="3752134"/>
                    <a:pt x="0" y="3752134"/>
                  </a:cubicBezTo>
                  <a:lnTo>
                    <a:pt x="4146180" y="3752134"/>
                  </a:lnTo>
                  <a:cubicBezTo>
                    <a:pt x="4146180" y="3752134"/>
                    <a:pt x="4146180" y="3311272"/>
                    <a:pt x="4146180" y="3311272"/>
                  </a:cubicBezTo>
                  <a:cubicBezTo>
                    <a:pt x="4146180" y="1490034"/>
                    <a:pt x="2656147" y="0"/>
                    <a:pt x="834908" y="0"/>
                  </a:cubicBezTo>
                  <a:close/>
                </a:path>
              </a:pathLst>
            </a:custGeom>
            <a:noFill/>
            <a:ln w="22813" cap="flat">
              <a:solidFill>
                <a:schemeClr val="accent3"/>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B26D6E7-2D9B-14BD-E404-BFE5AE25DAAB}"/>
                </a:ext>
              </a:extLst>
            </p:cNvPr>
            <p:cNvSpPr/>
            <p:nvPr/>
          </p:nvSpPr>
          <p:spPr>
            <a:xfrm>
              <a:off x="7728310" y="1473337"/>
              <a:ext cx="4340143" cy="3927837"/>
            </a:xfrm>
            <a:custGeom>
              <a:avLst/>
              <a:gdLst>
                <a:gd name="connsiteX0" fmla="*/ 873954 w 4340143"/>
                <a:gd name="connsiteY0" fmla="*/ 97 h 3927837"/>
                <a:gd name="connsiteX1" fmla="*/ 0 w 4340143"/>
                <a:gd name="connsiteY1" fmla="*/ 97 h 3927837"/>
                <a:gd name="connsiteX2" fmla="*/ 0 w 4340143"/>
                <a:gd name="connsiteY2" fmla="*/ 3927837 h 3927837"/>
                <a:gd name="connsiteX3" fmla="*/ 4340144 w 4340143"/>
                <a:gd name="connsiteY3" fmla="*/ 3927837 h 3927837"/>
                <a:gd name="connsiteX4" fmla="*/ 4340144 w 4340143"/>
                <a:gd name="connsiteY4" fmla="*/ 3466287 h 3927837"/>
                <a:gd name="connsiteX5" fmla="*/ 873856 w 4340143"/>
                <a:gd name="connsiteY5" fmla="*/ 0 h 392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0143" h="3927837">
                  <a:moveTo>
                    <a:pt x="873954" y="97"/>
                  </a:moveTo>
                  <a:lnTo>
                    <a:pt x="0" y="97"/>
                  </a:lnTo>
                  <a:cubicBezTo>
                    <a:pt x="0" y="97"/>
                    <a:pt x="0" y="3927837"/>
                    <a:pt x="0" y="3927837"/>
                  </a:cubicBezTo>
                  <a:lnTo>
                    <a:pt x="4340144" y="3927837"/>
                  </a:lnTo>
                  <a:cubicBezTo>
                    <a:pt x="4340144" y="3927837"/>
                    <a:pt x="4340144" y="3466287"/>
                    <a:pt x="4340144" y="3466287"/>
                  </a:cubicBezTo>
                  <a:cubicBezTo>
                    <a:pt x="4340144" y="1559868"/>
                    <a:pt x="2780373" y="0"/>
                    <a:pt x="873856" y="0"/>
                  </a:cubicBezTo>
                  <a:close/>
                </a:path>
              </a:pathLst>
            </a:custGeom>
            <a:noFill/>
            <a:ln w="22813" cap="flat">
              <a:solidFill>
                <a:schemeClr val="accent3"/>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1A8DCA0-D108-7703-A19B-60B550033138}"/>
                </a:ext>
              </a:extLst>
            </p:cNvPr>
            <p:cNvSpPr/>
            <p:nvPr/>
          </p:nvSpPr>
          <p:spPr>
            <a:xfrm>
              <a:off x="7648082" y="1376403"/>
              <a:ext cx="4534204" cy="4103346"/>
            </a:xfrm>
            <a:custGeom>
              <a:avLst/>
              <a:gdLst>
                <a:gd name="connsiteX0" fmla="*/ 912999 w 4534204"/>
                <a:gd name="connsiteY0" fmla="*/ 0 h 4103346"/>
                <a:gd name="connsiteX1" fmla="*/ 0 w 4534204"/>
                <a:gd name="connsiteY1" fmla="*/ 0 h 4103346"/>
                <a:gd name="connsiteX2" fmla="*/ 0 w 4534204"/>
                <a:gd name="connsiteY2" fmla="*/ 4103347 h 4103346"/>
                <a:gd name="connsiteX3" fmla="*/ 4534205 w 4534204"/>
                <a:gd name="connsiteY3" fmla="*/ 4103347 h 4103346"/>
                <a:gd name="connsiteX4" fmla="*/ 4534205 w 4534204"/>
                <a:gd name="connsiteY4" fmla="*/ 3621206 h 4103346"/>
                <a:gd name="connsiteX5" fmla="*/ 912999 w 4534204"/>
                <a:gd name="connsiteY5" fmla="*/ 0 h 410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34204" h="4103346">
                  <a:moveTo>
                    <a:pt x="912999" y="0"/>
                  </a:moveTo>
                  <a:lnTo>
                    <a:pt x="0" y="0"/>
                  </a:lnTo>
                  <a:cubicBezTo>
                    <a:pt x="0" y="0"/>
                    <a:pt x="0" y="4103347"/>
                    <a:pt x="0" y="4103347"/>
                  </a:cubicBezTo>
                  <a:lnTo>
                    <a:pt x="4534205" y="4103347"/>
                  </a:lnTo>
                  <a:cubicBezTo>
                    <a:pt x="4534205" y="4103347"/>
                    <a:pt x="4534205" y="3621206"/>
                    <a:pt x="4534205" y="3621206"/>
                  </a:cubicBezTo>
                  <a:cubicBezTo>
                    <a:pt x="4534205" y="1629509"/>
                    <a:pt x="2904696" y="0"/>
                    <a:pt x="912999" y="0"/>
                  </a:cubicBezTo>
                  <a:close/>
                </a:path>
              </a:pathLst>
            </a:custGeom>
            <a:noFill/>
            <a:ln w="22813" cap="flat">
              <a:solidFill>
                <a:schemeClr val="accent3"/>
              </a:solidFill>
              <a:prstDash val="solid"/>
              <a:miter/>
            </a:ln>
          </p:spPr>
          <p:txBody>
            <a:bodyPr rtlCol="0" anchor="ctr"/>
            <a:lstStyle/>
            <a:p>
              <a:endParaRPr lang="en-US"/>
            </a:p>
          </p:txBody>
        </p:sp>
      </p:grpSp>
      <p:sp>
        <p:nvSpPr>
          <p:cNvPr id="20" name="Picture Placeholder 6">
            <a:extLst>
              <a:ext uri="{FF2B5EF4-FFF2-40B4-BE49-F238E27FC236}">
                <a16:creationId xmlns:a16="http://schemas.microsoft.com/office/drawing/2014/main" id="{94A18471-8279-D2BD-A87C-F3929C62AC66}"/>
              </a:ext>
            </a:extLst>
          </p:cNvPr>
          <p:cNvSpPr>
            <a:spLocks noGrp="1"/>
          </p:cNvSpPr>
          <p:nvPr>
            <p:ph type="pic" sz="quarter" idx="10"/>
          </p:nvPr>
        </p:nvSpPr>
        <p:spPr>
          <a:xfrm>
            <a:off x="6259398" y="2246255"/>
            <a:ext cx="3680538" cy="3330822"/>
          </a:xfrm>
          <a:custGeom>
            <a:avLst/>
            <a:gdLst>
              <a:gd name="connsiteX0" fmla="*/ 0 w 3623762"/>
              <a:gd name="connsiteY0" fmla="*/ 0 h 3279440"/>
              <a:gd name="connsiteX1" fmla="*/ 3623762 w 3623762"/>
              <a:gd name="connsiteY1" fmla="*/ 0 h 3279440"/>
              <a:gd name="connsiteX2" fmla="*/ 3623762 w 3623762"/>
              <a:gd name="connsiteY2" fmla="*/ 3279333 h 3279440"/>
              <a:gd name="connsiteX3" fmla="*/ 2894067 w 3623762"/>
              <a:gd name="connsiteY3" fmla="*/ 3279333 h 3279440"/>
              <a:gd name="connsiteX4" fmla="*/ 2894067 w 3623762"/>
              <a:gd name="connsiteY4" fmla="*/ 3279440 h 3279440"/>
              <a:gd name="connsiteX5" fmla="*/ 0 w 3623762"/>
              <a:gd name="connsiteY5" fmla="*/ 385375 h 3279440"/>
              <a:gd name="connsiteX6" fmla="*/ 0 w 3623762"/>
              <a:gd name="connsiteY6" fmla="*/ 0 h 3279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23762" h="3279440">
                <a:moveTo>
                  <a:pt x="0" y="0"/>
                </a:moveTo>
                <a:lnTo>
                  <a:pt x="3623762" y="0"/>
                </a:lnTo>
                <a:cubicBezTo>
                  <a:pt x="3623762" y="0"/>
                  <a:pt x="3623762" y="3279333"/>
                  <a:pt x="3623762" y="3279333"/>
                </a:cubicBezTo>
                <a:lnTo>
                  <a:pt x="2894067" y="3279333"/>
                </a:lnTo>
                <a:lnTo>
                  <a:pt x="2894067" y="3279440"/>
                </a:lnTo>
                <a:cubicBezTo>
                  <a:pt x="1302277" y="3279440"/>
                  <a:pt x="0" y="1977056"/>
                  <a:pt x="0" y="385375"/>
                </a:cubicBezTo>
                <a:cubicBezTo>
                  <a:pt x="0" y="385375"/>
                  <a:pt x="0" y="0"/>
                  <a:pt x="0" y="0"/>
                </a:cubicBezTo>
                <a:close/>
              </a:path>
            </a:pathLst>
          </a:custGeom>
        </p:spPr>
        <p:txBody>
          <a:bodyPr wrap="square">
            <a:noAutofit/>
          </a:bodyPr>
          <a:lstStyle/>
          <a:p>
            <a:endParaRPr lang="en-US"/>
          </a:p>
        </p:txBody>
      </p:sp>
      <p:grpSp>
        <p:nvGrpSpPr>
          <p:cNvPr id="21" name="Group 20">
            <a:extLst>
              <a:ext uri="{FF2B5EF4-FFF2-40B4-BE49-F238E27FC236}">
                <a16:creationId xmlns:a16="http://schemas.microsoft.com/office/drawing/2014/main" id="{986BBF8F-B8DC-ADC4-090F-93E56E33656F}"/>
              </a:ext>
            </a:extLst>
          </p:cNvPr>
          <p:cNvGrpSpPr/>
          <p:nvPr userDrawn="1"/>
        </p:nvGrpSpPr>
        <p:grpSpPr>
          <a:xfrm>
            <a:off x="11558587" y="3429000"/>
            <a:ext cx="504825" cy="3240562"/>
            <a:chOff x="11558587" y="3429000"/>
            <a:chExt cx="504825" cy="3240562"/>
          </a:xfrm>
          <a:noFill/>
        </p:grpSpPr>
        <p:pic>
          <p:nvPicPr>
            <p:cNvPr id="22" name="Graphic 21">
              <a:extLst>
                <a:ext uri="{FF2B5EF4-FFF2-40B4-BE49-F238E27FC236}">
                  <a16:creationId xmlns:a16="http://schemas.microsoft.com/office/drawing/2014/main" id="{6C817E87-37D1-907A-EC0C-17E0A1FD9F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8587" y="6117112"/>
              <a:ext cx="504825" cy="552450"/>
            </a:xfrm>
            <a:prstGeom prst="rect">
              <a:avLst/>
            </a:prstGeom>
          </p:spPr>
        </p:pic>
        <p:sp>
          <p:nvSpPr>
            <p:cNvPr id="23" name="TextBox 22">
              <a:extLst>
                <a:ext uri="{FF2B5EF4-FFF2-40B4-BE49-F238E27FC236}">
                  <a16:creationId xmlns:a16="http://schemas.microsoft.com/office/drawing/2014/main" id="{C1F2B8BC-7A0A-5981-70EF-5E8172A7D264}"/>
                </a:ext>
              </a:extLst>
            </p:cNvPr>
            <p:cNvSpPr txBox="1"/>
            <p:nvPr userDrawn="1"/>
          </p:nvSpPr>
          <p:spPr>
            <a:xfrm rot="16200000">
              <a:off x="10561658" y="4524452"/>
              <a:ext cx="2498681" cy="307777"/>
            </a:xfrm>
            <a:prstGeom prst="rect">
              <a:avLst/>
            </a:prstGeom>
            <a:grp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grpSp>
      <p:cxnSp>
        <p:nvCxnSpPr>
          <p:cNvPr id="24" name="Straight Connector 23">
            <a:extLst>
              <a:ext uri="{FF2B5EF4-FFF2-40B4-BE49-F238E27FC236}">
                <a16:creationId xmlns:a16="http://schemas.microsoft.com/office/drawing/2014/main" id="{F3B60EC4-B7E2-0F19-7556-4D251C975D50}"/>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95100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Blank">
    <p:spTree>
      <p:nvGrpSpPr>
        <p:cNvPr id="1" name=""/>
        <p:cNvGrpSpPr/>
        <p:nvPr/>
      </p:nvGrpSpPr>
      <p:grpSpPr>
        <a:xfrm>
          <a:off x="0" y="0"/>
          <a:ext cx="0" cy="0"/>
          <a:chOff x="0" y="0"/>
          <a:chExt cx="0" cy="0"/>
        </a:xfrm>
      </p:grpSpPr>
      <p:pic>
        <p:nvPicPr>
          <p:cNvPr id="2" name="Picture 1" descr="Close-up of a group of glass containers&#10;&#10;AI-generated content may be incorrect.">
            <a:extLst>
              <a:ext uri="{FF2B5EF4-FFF2-40B4-BE49-F238E27FC236}">
                <a16:creationId xmlns:a16="http://schemas.microsoft.com/office/drawing/2014/main" id="{F1CB07E2-B7B0-E917-3452-6485116468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2667001" y="-2667000"/>
            <a:ext cx="6858002" cy="12192001"/>
          </a:xfrm>
          <a:prstGeom prst="rect">
            <a:avLst/>
          </a:prstGeom>
        </p:spPr>
      </p:pic>
      <p:cxnSp>
        <p:nvCxnSpPr>
          <p:cNvPr id="3" name="Straight Connector 2">
            <a:extLst>
              <a:ext uri="{FF2B5EF4-FFF2-40B4-BE49-F238E27FC236}">
                <a16:creationId xmlns:a16="http://schemas.microsoft.com/office/drawing/2014/main" id="{FE8F036F-B73B-206A-778C-8CA7CA425315}"/>
              </a:ext>
            </a:extLst>
          </p:cNvPr>
          <p:cNvCxnSpPr/>
          <p:nvPr userDrawn="1"/>
        </p:nvCxnSpPr>
        <p:spPr>
          <a:xfrm>
            <a:off x="10274536" y="6504628"/>
            <a:ext cx="1284051" cy="0"/>
          </a:xfrm>
          <a:prstGeom prst="line">
            <a:avLst/>
          </a:prstGeom>
          <a:ln w="28575">
            <a:no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0900D4C8-3F2F-6B7B-1B41-661B4D502ADE}"/>
              </a:ext>
            </a:extLst>
          </p:cNvPr>
          <p:cNvSpPr>
            <a:spLocks noGrp="1"/>
          </p:cNvSpPr>
          <p:nvPr>
            <p:ph type="title"/>
          </p:nvPr>
        </p:nvSpPr>
        <p:spPr>
          <a:xfrm>
            <a:off x="515144" y="3264375"/>
            <a:ext cx="4566307" cy="2852737"/>
          </a:xfrm>
        </p:spPr>
        <p:txBody>
          <a:bodyPr anchor="b"/>
          <a:lstStyle>
            <a:lvl1pPr>
              <a:defRPr sz="6000">
                <a:solidFill>
                  <a:srgbClr val="0366FF"/>
                </a:solidFill>
              </a:defRPr>
            </a:lvl1pPr>
          </a:lstStyle>
          <a:p>
            <a:r>
              <a:rPr lang="en-US"/>
              <a:t>Click to edit Master title style</a:t>
            </a:r>
          </a:p>
        </p:txBody>
      </p:sp>
      <p:grpSp>
        <p:nvGrpSpPr>
          <p:cNvPr id="5" name="Group 4">
            <a:extLst>
              <a:ext uri="{FF2B5EF4-FFF2-40B4-BE49-F238E27FC236}">
                <a16:creationId xmlns:a16="http://schemas.microsoft.com/office/drawing/2014/main" id="{DF1FA5D4-834B-B7DB-0D7C-F8B8C92FF4F7}"/>
              </a:ext>
            </a:extLst>
          </p:cNvPr>
          <p:cNvGrpSpPr/>
          <p:nvPr userDrawn="1"/>
        </p:nvGrpSpPr>
        <p:grpSpPr>
          <a:xfrm>
            <a:off x="11558587" y="3429000"/>
            <a:ext cx="504825" cy="3240562"/>
            <a:chOff x="11558587" y="3429000"/>
            <a:chExt cx="504825" cy="3240562"/>
          </a:xfrm>
          <a:noFill/>
        </p:grpSpPr>
        <p:pic>
          <p:nvPicPr>
            <p:cNvPr id="6" name="Graphic 5">
              <a:extLst>
                <a:ext uri="{FF2B5EF4-FFF2-40B4-BE49-F238E27FC236}">
                  <a16:creationId xmlns:a16="http://schemas.microsoft.com/office/drawing/2014/main" id="{02133ED4-988D-D493-5518-B6B096AEAC2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8587" y="6117112"/>
              <a:ext cx="504825" cy="552450"/>
            </a:xfrm>
            <a:prstGeom prst="rect">
              <a:avLst/>
            </a:prstGeom>
          </p:spPr>
        </p:pic>
        <p:sp>
          <p:nvSpPr>
            <p:cNvPr id="7" name="TextBox 6">
              <a:extLst>
                <a:ext uri="{FF2B5EF4-FFF2-40B4-BE49-F238E27FC236}">
                  <a16:creationId xmlns:a16="http://schemas.microsoft.com/office/drawing/2014/main" id="{EB2C70A3-2629-E214-6F86-4E3AEBCA6518}"/>
                </a:ext>
              </a:extLst>
            </p:cNvPr>
            <p:cNvSpPr txBox="1"/>
            <p:nvPr userDrawn="1"/>
          </p:nvSpPr>
          <p:spPr>
            <a:xfrm rot="16200000">
              <a:off x="10561658" y="4524452"/>
              <a:ext cx="2498681" cy="307777"/>
            </a:xfrm>
            <a:prstGeom prst="rect">
              <a:avLst/>
            </a:prstGeom>
            <a:grp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grpSp>
      <p:cxnSp>
        <p:nvCxnSpPr>
          <p:cNvPr id="8" name="Straight Connector 7">
            <a:extLst>
              <a:ext uri="{FF2B5EF4-FFF2-40B4-BE49-F238E27FC236}">
                <a16:creationId xmlns:a16="http://schemas.microsoft.com/office/drawing/2014/main" id="{7AB45DD6-2169-C308-D859-B9FCC208DD89}"/>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9" name="Graphic 8">
            <a:extLst>
              <a:ext uri="{FF2B5EF4-FFF2-40B4-BE49-F238E27FC236}">
                <a16:creationId xmlns:a16="http://schemas.microsoft.com/office/drawing/2014/main" id="{E1CBD87B-A4E1-EB65-94CC-E92F6962B0B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558587" y="6123547"/>
            <a:ext cx="504825" cy="552450"/>
          </a:xfrm>
          <a:prstGeom prst="rect">
            <a:avLst/>
          </a:prstGeom>
        </p:spPr>
      </p:pic>
    </p:spTree>
    <p:extLst>
      <p:ext uri="{BB962C8B-B14F-4D97-AF65-F5344CB8AC3E}">
        <p14:creationId xmlns:p14="http://schemas.microsoft.com/office/powerpoint/2010/main" val="2536322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8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F6512D8-4A24-7606-C8C8-CB9B880B0DFD}"/>
              </a:ext>
            </a:extLst>
          </p:cNvPr>
          <p:cNvGrpSpPr/>
          <p:nvPr userDrawn="1"/>
        </p:nvGrpSpPr>
        <p:grpSpPr>
          <a:xfrm>
            <a:off x="10095861" y="6117112"/>
            <a:ext cx="1967551" cy="552450"/>
            <a:chOff x="10095861" y="6117112"/>
            <a:chExt cx="1967551" cy="552450"/>
          </a:xfrm>
          <a:solidFill>
            <a:schemeClr val="bg1"/>
          </a:solidFill>
        </p:grpSpPr>
        <p:pic>
          <p:nvPicPr>
            <p:cNvPr id="3" name="Graphic 2">
              <a:extLst>
                <a:ext uri="{FF2B5EF4-FFF2-40B4-BE49-F238E27FC236}">
                  <a16:creationId xmlns:a16="http://schemas.microsoft.com/office/drawing/2014/main" id="{702A7DF9-B37B-389F-B4E6-5743B1679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4" name="TextBox 3">
              <a:extLst>
                <a:ext uri="{FF2B5EF4-FFF2-40B4-BE49-F238E27FC236}">
                  <a16:creationId xmlns:a16="http://schemas.microsoft.com/office/drawing/2014/main" id="{40EB226B-2AD6-AE1D-6396-CF295B80C27D}"/>
                </a:ext>
              </a:extLst>
            </p:cNvPr>
            <p:cNvSpPr txBox="1"/>
            <p:nvPr userDrawn="1"/>
          </p:nvSpPr>
          <p:spPr>
            <a:xfrm>
              <a:off x="10095861" y="6398464"/>
              <a:ext cx="1538292" cy="253916"/>
            </a:xfrm>
            <a:prstGeom prst="rect">
              <a:avLst/>
            </a:prstGeom>
            <a:noFill/>
            <a:ln>
              <a:noFill/>
            </a:ln>
          </p:spPr>
          <p:txBody>
            <a:bodyPr wrap="square" rtlCol="0">
              <a:spAutoFit/>
            </a:bodyPr>
            <a:lstStyle/>
            <a:p>
              <a:r>
                <a:rPr lang="en-US" sz="1050">
                  <a:solidFill>
                    <a:schemeClr val="bg1"/>
                  </a:solidFill>
                  <a:latin typeface="Poppins" panose="00000500000000000000" pitchFamily="2" charset="0"/>
                  <a:cs typeface="Poppins" panose="00000500000000000000" pitchFamily="2" charset="0"/>
                </a:rPr>
                <a:t>www.flairstech.com</a:t>
              </a:r>
            </a:p>
          </p:txBody>
        </p:sp>
      </p:grpSp>
      <p:cxnSp>
        <p:nvCxnSpPr>
          <p:cNvPr id="5" name="Straight Connector 4">
            <a:extLst>
              <a:ext uri="{FF2B5EF4-FFF2-40B4-BE49-F238E27FC236}">
                <a16:creationId xmlns:a16="http://schemas.microsoft.com/office/drawing/2014/main" id="{A64409FA-1683-078F-E2BC-BE0F2F4A7195}"/>
              </a:ext>
            </a:extLst>
          </p:cNvPr>
          <p:cNvCxnSpPr/>
          <p:nvPr userDrawn="1"/>
        </p:nvCxnSpPr>
        <p:spPr>
          <a:xfrm>
            <a:off x="10274536" y="6504628"/>
            <a:ext cx="1284051" cy="0"/>
          </a:xfrm>
          <a:prstGeom prst="line">
            <a:avLst/>
          </a:prstGeom>
          <a:ln w="28575">
            <a:no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FF9474E-02B0-3098-EB0B-DA2342976B4D}"/>
              </a:ext>
            </a:extLst>
          </p:cNvPr>
          <p:cNvCxnSpPr>
            <a:cxnSpLocks/>
          </p:cNvCxnSpPr>
          <p:nvPr userDrawn="1"/>
        </p:nvCxnSpPr>
        <p:spPr>
          <a:xfrm>
            <a:off x="10161224" y="6652380"/>
            <a:ext cx="139736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7" name="Picture 6" descr="A blue and purple wavy line&#10;&#10;AI-generated content may be incorrect.">
            <a:extLst>
              <a:ext uri="{FF2B5EF4-FFF2-40B4-BE49-F238E27FC236}">
                <a16:creationId xmlns:a16="http://schemas.microsoft.com/office/drawing/2014/main" id="{F82627BD-2194-EE22-0CF0-BD316FB6441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C420F0F8-0D58-5C5B-5281-125C1B16ECFD}"/>
              </a:ext>
            </a:extLst>
          </p:cNvPr>
          <p:cNvSpPr txBox="1">
            <a:spLocks/>
          </p:cNvSpPr>
          <p:nvPr userDrawn="1"/>
        </p:nvSpPr>
        <p:spPr>
          <a:xfrm>
            <a:off x="579657" y="483467"/>
            <a:ext cx="5640559" cy="28527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chemeClr val="bg1"/>
                </a:solidFill>
                <a:latin typeface="Poppins Medium" panose="00000600000000000000" pitchFamily="2" charset="0"/>
                <a:ea typeface="+mj-ea"/>
                <a:cs typeface="Poppins Medium" panose="00000600000000000000" pitchFamily="2" charset="0"/>
              </a:defRPr>
            </a:lvl1pPr>
          </a:lstStyle>
          <a:p>
            <a:r>
              <a:rPr lang="en-US"/>
              <a:t>Click to edit Master title style</a:t>
            </a:r>
          </a:p>
        </p:txBody>
      </p:sp>
      <p:grpSp>
        <p:nvGrpSpPr>
          <p:cNvPr id="9" name="Group 8">
            <a:extLst>
              <a:ext uri="{FF2B5EF4-FFF2-40B4-BE49-F238E27FC236}">
                <a16:creationId xmlns:a16="http://schemas.microsoft.com/office/drawing/2014/main" id="{1F2DDD0E-CFBF-2A1A-85C6-78DB4254DEE7}"/>
              </a:ext>
            </a:extLst>
          </p:cNvPr>
          <p:cNvGrpSpPr/>
          <p:nvPr userDrawn="1"/>
        </p:nvGrpSpPr>
        <p:grpSpPr>
          <a:xfrm>
            <a:off x="11558587" y="3429000"/>
            <a:ext cx="504825" cy="3240562"/>
            <a:chOff x="11558587" y="3429000"/>
            <a:chExt cx="504825" cy="3240562"/>
          </a:xfrm>
          <a:noFill/>
        </p:grpSpPr>
        <p:pic>
          <p:nvPicPr>
            <p:cNvPr id="10" name="Graphic 9">
              <a:extLst>
                <a:ext uri="{FF2B5EF4-FFF2-40B4-BE49-F238E27FC236}">
                  <a16:creationId xmlns:a16="http://schemas.microsoft.com/office/drawing/2014/main" id="{AAFB9CBA-BCE5-2DA2-8162-FF8B4C772C4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558587" y="6117112"/>
              <a:ext cx="504825" cy="552450"/>
            </a:xfrm>
            <a:prstGeom prst="rect">
              <a:avLst/>
            </a:prstGeom>
          </p:spPr>
        </p:pic>
        <p:sp>
          <p:nvSpPr>
            <p:cNvPr id="11" name="TextBox 10">
              <a:extLst>
                <a:ext uri="{FF2B5EF4-FFF2-40B4-BE49-F238E27FC236}">
                  <a16:creationId xmlns:a16="http://schemas.microsoft.com/office/drawing/2014/main" id="{BF41815C-EFFB-B78F-B4DC-657BFCA333B3}"/>
                </a:ext>
              </a:extLst>
            </p:cNvPr>
            <p:cNvSpPr txBox="1"/>
            <p:nvPr userDrawn="1"/>
          </p:nvSpPr>
          <p:spPr>
            <a:xfrm rot="16200000">
              <a:off x="10561658" y="4524452"/>
              <a:ext cx="2498681" cy="307777"/>
            </a:xfrm>
            <a:prstGeom prst="rect">
              <a:avLst/>
            </a:prstGeom>
            <a:grp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grpSp>
      <p:cxnSp>
        <p:nvCxnSpPr>
          <p:cNvPr id="12" name="Straight Connector 11">
            <a:extLst>
              <a:ext uri="{FF2B5EF4-FFF2-40B4-BE49-F238E27FC236}">
                <a16:creationId xmlns:a16="http://schemas.microsoft.com/office/drawing/2014/main" id="{2A703ED1-E747-0ED8-C498-4334DDA8AF2B}"/>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13" name="Graphic 12">
            <a:extLst>
              <a:ext uri="{FF2B5EF4-FFF2-40B4-BE49-F238E27FC236}">
                <a16:creationId xmlns:a16="http://schemas.microsoft.com/office/drawing/2014/main" id="{02FAD78F-C794-A499-B33E-7568613E73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0350" y="6139150"/>
            <a:ext cx="504825" cy="552450"/>
          </a:xfrm>
          <a:prstGeom prst="rect">
            <a:avLst/>
          </a:prstGeom>
        </p:spPr>
      </p:pic>
    </p:spTree>
    <p:extLst>
      <p:ext uri="{BB962C8B-B14F-4D97-AF65-F5344CB8AC3E}">
        <p14:creationId xmlns:p14="http://schemas.microsoft.com/office/powerpoint/2010/main" val="20705398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F324C-8ACB-22A5-D15F-C75A98C4E464}"/>
              </a:ext>
            </a:extLst>
          </p:cNvPr>
          <p:cNvSpPr>
            <a:spLocks noGrp="1"/>
          </p:cNvSpPr>
          <p:nvPr>
            <p:ph type="title"/>
          </p:nvPr>
        </p:nvSpPr>
        <p:spPr>
          <a:xfrm>
            <a:off x="838200" y="365125"/>
            <a:ext cx="5722856" cy="1325563"/>
          </a:xfrm>
        </p:spPr>
        <p:txBody>
          <a:bodyPr/>
          <a:lstStyle/>
          <a:p>
            <a:r>
              <a:rPr lang="en-US"/>
              <a:t>Click to edit Master title style</a:t>
            </a:r>
          </a:p>
        </p:txBody>
      </p:sp>
      <p:pic>
        <p:nvPicPr>
          <p:cNvPr id="3" name="Graphic 2">
            <a:extLst>
              <a:ext uri="{FF2B5EF4-FFF2-40B4-BE49-F238E27FC236}">
                <a16:creationId xmlns:a16="http://schemas.microsoft.com/office/drawing/2014/main" id="{6A489582-B189-A9E8-8FDE-23D44899C80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931405" y="433633"/>
            <a:ext cx="5553585" cy="5611908"/>
          </a:xfrm>
          <a:prstGeom prst="rect">
            <a:avLst/>
          </a:prstGeom>
        </p:spPr>
      </p:pic>
      <p:sp>
        <p:nvSpPr>
          <p:cNvPr id="4" name="Picture Placeholder 70">
            <a:extLst>
              <a:ext uri="{FF2B5EF4-FFF2-40B4-BE49-F238E27FC236}">
                <a16:creationId xmlns:a16="http://schemas.microsoft.com/office/drawing/2014/main" id="{A29F5D11-F0EB-D315-ACF8-3E612C13B1BC}"/>
              </a:ext>
            </a:extLst>
          </p:cNvPr>
          <p:cNvSpPr>
            <a:spLocks noGrp="1"/>
          </p:cNvSpPr>
          <p:nvPr>
            <p:ph type="pic" sz="quarter" idx="10"/>
          </p:nvPr>
        </p:nvSpPr>
        <p:spPr>
          <a:xfrm>
            <a:off x="5701110" y="1939139"/>
            <a:ext cx="4504697" cy="4553736"/>
          </a:xfrm>
          <a:custGeom>
            <a:avLst/>
            <a:gdLst>
              <a:gd name="connsiteX0" fmla="*/ 2659033 w 3998174"/>
              <a:gd name="connsiteY0" fmla="*/ 0 h 4041699"/>
              <a:gd name="connsiteX1" fmla="*/ 3998174 w 3998174"/>
              <a:gd name="connsiteY1" fmla="*/ 0 h 4041699"/>
              <a:gd name="connsiteX2" fmla="*/ 3998174 w 3998174"/>
              <a:gd name="connsiteY2" fmla="*/ 4041699 h 4041699"/>
              <a:gd name="connsiteX3" fmla="*/ 1090763 w 3998174"/>
              <a:gd name="connsiteY3" fmla="*/ 4041699 h 4041699"/>
              <a:gd name="connsiteX4" fmla="*/ 1085848 w 3998174"/>
              <a:gd name="connsiteY4" fmla="*/ 3822541 h 4041699"/>
              <a:gd name="connsiteX5" fmla="*/ 238552 w 3998174"/>
              <a:gd name="connsiteY5" fmla="*/ 1328646 h 4041699"/>
              <a:gd name="connsiteX6" fmla="*/ 0 w 3998174"/>
              <a:gd name="connsiteY6" fmla="*/ 998002 h 4041699"/>
              <a:gd name="connsiteX7" fmla="*/ 0 w 3998174"/>
              <a:gd name="connsiteY7" fmla="*/ 997999 h 4041699"/>
              <a:gd name="connsiteX8" fmla="*/ 276566 w 3998174"/>
              <a:gd name="connsiteY8" fmla="*/ 776711 h 4041699"/>
              <a:gd name="connsiteX9" fmla="*/ 2659033 w 3998174"/>
              <a:gd name="connsiteY9" fmla="*/ 0 h 4041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8174" h="4041699">
                <a:moveTo>
                  <a:pt x="2659033" y="0"/>
                </a:moveTo>
                <a:lnTo>
                  <a:pt x="3998174" y="0"/>
                </a:lnTo>
                <a:lnTo>
                  <a:pt x="3998174" y="4041699"/>
                </a:lnTo>
                <a:lnTo>
                  <a:pt x="1090763" y="4041699"/>
                </a:lnTo>
                <a:lnTo>
                  <a:pt x="1085848" y="3822541"/>
                </a:lnTo>
                <a:cubicBezTo>
                  <a:pt x="1043441" y="2881956"/>
                  <a:pt x="729072" y="2059070"/>
                  <a:pt x="238552" y="1328646"/>
                </a:cubicBezTo>
                <a:lnTo>
                  <a:pt x="0" y="998002"/>
                </a:lnTo>
                <a:lnTo>
                  <a:pt x="0" y="997999"/>
                </a:lnTo>
                <a:lnTo>
                  <a:pt x="276566" y="776711"/>
                </a:lnTo>
                <a:cubicBezTo>
                  <a:pt x="944682" y="288344"/>
                  <a:pt x="1768167" y="0"/>
                  <a:pt x="2659033"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3628507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35F0B9-D817-FD68-8C37-CB9F7EF8B36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675" y="-284409"/>
            <a:ext cx="12693303" cy="7142409"/>
          </a:xfrm>
          <a:prstGeom prst="rect">
            <a:avLst/>
          </a:prstGeom>
        </p:spPr>
      </p:pic>
      <p:sp>
        <p:nvSpPr>
          <p:cNvPr id="3" name="Title 1">
            <a:extLst>
              <a:ext uri="{FF2B5EF4-FFF2-40B4-BE49-F238E27FC236}">
                <a16:creationId xmlns:a16="http://schemas.microsoft.com/office/drawing/2014/main" id="{2AACF39A-EA1F-2542-9FB4-61FC33E2529E}"/>
              </a:ext>
            </a:extLst>
          </p:cNvPr>
          <p:cNvSpPr>
            <a:spLocks noGrp="1"/>
          </p:cNvSpPr>
          <p:nvPr>
            <p:ph type="title"/>
          </p:nvPr>
        </p:nvSpPr>
        <p:spPr>
          <a:xfrm>
            <a:off x="839788" y="365125"/>
            <a:ext cx="10515600" cy="1325563"/>
          </a:xfrm>
        </p:spPr>
        <p:txBody>
          <a:bodyPr/>
          <a:lstStyle>
            <a:lvl1pPr>
              <a:defRPr>
                <a:solidFill>
                  <a:srgbClr val="0366FF"/>
                </a:solidFill>
              </a:defRPr>
            </a:lvl1pPr>
          </a:lstStyle>
          <a:p>
            <a:r>
              <a:rPr lang="en-US"/>
              <a:t>Click to edit Master title style</a:t>
            </a:r>
          </a:p>
        </p:txBody>
      </p:sp>
      <p:pic>
        <p:nvPicPr>
          <p:cNvPr id="4" name="Graphic 3">
            <a:extLst>
              <a:ext uri="{FF2B5EF4-FFF2-40B4-BE49-F238E27FC236}">
                <a16:creationId xmlns:a16="http://schemas.microsoft.com/office/drawing/2014/main" id="{A90BFAD0-FB8C-C9FA-E7BD-585D364E45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6901429" y="1690688"/>
            <a:ext cx="4555281" cy="4127920"/>
          </a:xfrm>
          <a:prstGeom prst="rect">
            <a:avLst/>
          </a:prstGeom>
        </p:spPr>
      </p:pic>
    </p:spTree>
    <p:extLst>
      <p:ext uri="{BB962C8B-B14F-4D97-AF65-F5344CB8AC3E}">
        <p14:creationId xmlns:p14="http://schemas.microsoft.com/office/powerpoint/2010/main" val="13412190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594AE8-B731-53ED-A268-E6F75EF93726}"/>
              </a:ext>
            </a:extLst>
          </p:cNvPr>
          <p:cNvSpPr/>
          <p:nvPr userDrawn="1"/>
        </p:nvSpPr>
        <p:spPr>
          <a:xfrm>
            <a:off x="-65975" y="3302000"/>
            <a:ext cx="11597633" cy="3555999"/>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3058C8F2-88E3-DEF6-7A2E-4B38B6FDEAF6}"/>
              </a:ext>
            </a:extLst>
          </p:cNvPr>
          <p:cNvSpPr>
            <a:spLocks noGrp="1"/>
          </p:cNvSpPr>
          <p:nvPr>
            <p:ph type="title"/>
          </p:nvPr>
        </p:nvSpPr>
        <p:spPr>
          <a:xfrm>
            <a:off x="831850" y="441491"/>
            <a:ext cx="5795193" cy="2852737"/>
          </a:xfrm>
        </p:spPr>
        <p:txBody>
          <a:bodyPr anchor="b"/>
          <a:lstStyle>
            <a:lvl1pPr>
              <a:defRPr sz="6000">
                <a:solidFill>
                  <a:schemeClr val="tx1"/>
                </a:solidFill>
              </a:defRPr>
            </a:lvl1pPr>
          </a:lstStyle>
          <a:p>
            <a:r>
              <a:rPr lang="en-US"/>
              <a:t>Click to edit Master title style</a:t>
            </a:r>
          </a:p>
        </p:txBody>
      </p:sp>
      <p:sp>
        <p:nvSpPr>
          <p:cNvPr id="4" name="Text Placeholder 2">
            <a:extLst>
              <a:ext uri="{FF2B5EF4-FFF2-40B4-BE49-F238E27FC236}">
                <a16:creationId xmlns:a16="http://schemas.microsoft.com/office/drawing/2014/main" id="{1E7C1990-4C55-516B-A96A-DD2011C6EFEE}"/>
              </a:ext>
            </a:extLst>
          </p:cNvPr>
          <p:cNvSpPr>
            <a:spLocks noGrp="1"/>
          </p:cNvSpPr>
          <p:nvPr>
            <p:ph type="body" idx="1"/>
          </p:nvPr>
        </p:nvSpPr>
        <p:spPr>
          <a:xfrm>
            <a:off x="831850" y="4589463"/>
            <a:ext cx="3985247" cy="1500187"/>
          </a:xfrm>
        </p:spPr>
        <p:txBody>
          <a:bodyPr/>
          <a:lstStyle>
            <a:lvl1pPr marL="0" indent="0">
              <a:buNone/>
              <a:defRPr sz="2400">
                <a:solidFill>
                  <a:srgbClr val="B9B9FC"/>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reeform: Shape 4">
            <a:extLst>
              <a:ext uri="{FF2B5EF4-FFF2-40B4-BE49-F238E27FC236}">
                <a16:creationId xmlns:a16="http://schemas.microsoft.com/office/drawing/2014/main" id="{55153C4C-5329-992D-9290-5CA19D6C7FF1}"/>
              </a:ext>
            </a:extLst>
          </p:cNvPr>
          <p:cNvSpPr/>
          <p:nvPr userDrawn="1"/>
        </p:nvSpPr>
        <p:spPr>
          <a:xfrm>
            <a:off x="8050998" y="441491"/>
            <a:ext cx="3185827" cy="2883031"/>
          </a:xfrm>
          <a:custGeom>
            <a:avLst/>
            <a:gdLst>
              <a:gd name="connsiteX0" fmla="*/ 641426 w 3185827"/>
              <a:gd name="connsiteY0" fmla="*/ 0 h 2883031"/>
              <a:gd name="connsiteX1" fmla="*/ 0 w 3185827"/>
              <a:gd name="connsiteY1" fmla="*/ 0 h 2883031"/>
              <a:gd name="connsiteX2" fmla="*/ 0 w 3185827"/>
              <a:gd name="connsiteY2" fmla="*/ 2883032 h 2883031"/>
              <a:gd name="connsiteX3" fmla="*/ 3185827 w 3185827"/>
              <a:gd name="connsiteY3" fmla="*/ 2883032 h 2883031"/>
              <a:gd name="connsiteX4" fmla="*/ 3185827 w 3185827"/>
              <a:gd name="connsiteY4" fmla="*/ 2544203 h 2883031"/>
              <a:gd name="connsiteX5" fmla="*/ 641426 w 3185827"/>
              <a:gd name="connsiteY5" fmla="*/ 0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641426" y="0"/>
                </a:moveTo>
                <a:lnTo>
                  <a:pt x="0" y="0"/>
                </a:lnTo>
                <a:cubicBezTo>
                  <a:pt x="0" y="0"/>
                  <a:pt x="0" y="2883032"/>
                  <a:pt x="0" y="2883032"/>
                </a:cubicBezTo>
                <a:lnTo>
                  <a:pt x="3185827" y="2883032"/>
                </a:lnTo>
                <a:cubicBezTo>
                  <a:pt x="3185827" y="2883032"/>
                  <a:pt x="3185827" y="2544203"/>
                  <a:pt x="3185827" y="2544203"/>
                </a:cubicBezTo>
                <a:cubicBezTo>
                  <a:pt x="3185827" y="1144891"/>
                  <a:pt x="2040737" y="0"/>
                  <a:pt x="641426" y="0"/>
                </a:cubicBezTo>
                <a:close/>
              </a:path>
            </a:pathLst>
          </a:custGeom>
          <a:solidFill>
            <a:schemeClr val="accent3">
              <a:alpha val="30000"/>
            </a:schemeClr>
          </a:solidFill>
          <a:ln w="0"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0AD1AF69-696E-89D8-3289-AAF624999AE7}"/>
              </a:ext>
            </a:extLst>
          </p:cNvPr>
          <p:cNvSpPr/>
          <p:nvPr userDrawn="1"/>
        </p:nvSpPr>
        <p:spPr>
          <a:xfrm>
            <a:off x="8050798" y="3324522"/>
            <a:ext cx="3185827" cy="2883031"/>
          </a:xfrm>
          <a:custGeom>
            <a:avLst/>
            <a:gdLst>
              <a:gd name="connsiteX0" fmla="*/ 2544402 w 3185827"/>
              <a:gd name="connsiteY0" fmla="*/ 2883032 h 2883031"/>
              <a:gd name="connsiteX1" fmla="*/ 3185827 w 3185827"/>
              <a:gd name="connsiteY1" fmla="*/ 2883032 h 2883031"/>
              <a:gd name="connsiteX2" fmla="*/ 3185827 w 3185827"/>
              <a:gd name="connsiteY2" fmla="*/ 0 h 2883031"/>
              <a:gd name="connsiteX3" fmla="*/ 0 w 3185827"/>
              <a:gd name="connsiteY3" fmla="*/ 0 h 2883031"/>
              <a:gd name="connsiteX4" fmla="*/ 0 w 3185827"/>
              <a:gd name="connsiteY4" fmla="*/ 338829 h 2883031"/>
              <a:gd name="connsiteX5" fmla="*/ 2544203 w 3185827"/>
              <a:gd name="connsiteY5" fmla="*/ 2883032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2544402" y="2883032"/>
                </a:moveTo>
                <a:lnTo>
                  <a:pt x="3185827" y="2883032"/>
                </a:lnTo>
                <a:lnTo>
                  <a:pt x="3185827" y="0"/>
                </a:lnTo>
                <a:cubicBezTo>
                  <a:pt x="3185827" y="0"/>
                  <a:pt x="0" y="0"/>
                  <a:pt x="0" y="0"/>
                </a:cubicBezTo>
                <a:lnTo>
                  <a:pt x="0" y="338829"/>
                </a:lnTo>
                <a:cubicBezTo>
                  <a:pt x="0" y="1738140"/>
                  <a:pt x="1144891" y="2883032"/>
                  <a:pt x="2544203" y="2883032"/>
                </a:cubicBezTo>
                <a:close/>
              </a:path>
            </a:pathLst>
          </a:custGeom>
          <a:solidFill>
            <a:srgbClr val="0366FF">
              <a:alpha val="30000"/>
            </a:srgbClr>
          </a:solidFill>
          <a:ln w="0" cap="flat">
            <a:noFill/>
            <a:prstDash val="solid"/>
            <a:miter/>
          </a:ln>
        </p:spPr>
        <p:txBody>
          <a:bodyPr rtlCol="0" anchor="ctr"/>
          <a:lstStyle/>
          <a:p>
            <a:endParaRPr lang="en-US"/>
          </a:p>
        </p:txBody>
      </p:sp>
      <p:sp>
        <p:nvSpPr>
          <p:cNvPr id="7" name="Picture Placeholder 12">
            <a:extLst>
              <a:ext uri="{FF2B5EF4-FFF2-40B4-BE49-F238E27FC236}">
                <a16:creationId xmlns:a16="http://schemas.microsoft.com/office/drawing/2014/main" id="{AB21F52B-5140-C1ED-D7EE-AA12A5A45432}"/>
              </a:ext>
            </a:extLst>
          </p:cNvPr>
          <p:cNvSpPr>
            <a:spLocks noGrp="1"/>
          </p:cNvSpPr>
          <p:nvPr>
            <p:ph type="pic" sz="quarter" idx="12"/>
          </p:nvPr>
        </p:nvSpPr>
        <p:spPr>
          <a:xfrm>
            <a:off x="8276617"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pic>
        <p:nvPicPr>
          <p:cNvPr id="8" name="Graphic 7">
            <a:extLst>
              <a:ext uri="{FF2B5EF4-FFF2-40B4-BE49-F238E27FC236}">
                <a16:creationId xmlns:a16="http://schemas.microsoft.com/office/drawing/2014/main" id="{EC0DA9DE-AC7F-9695-F16F-960DAB5C37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pic>
        <p:nvPicPr>
          <p:cNvPr id="9" name="Graphic 8">
            <a:extLst>
              <a:ext uri="{FF2B5EF4-FFF2-40B4-BE49-F238E27FC236}">
                <a16:creationId xmlns:a16="http://schemas.microsoft.com/office/drawing/2014/main" id="{6118C415-1AD3-68CD-3D0E-F7A3C44311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8587" y="6117112"/>
            <a:ext cx="504825" cy="552450"/>
          </a:xfrm>
          <a:prstGeom prst="rect">
            <a:avLst/>
          </a:prstGeom>
        </p:spPr>
      </p:pic>
    </p:spTree>
    <p:extLst>
      <p:ext uri="{BB962C8B-B14F-4D97-AF65-F5344CB8AC3E}">
        <p14:creationId xmlns:p14="http://schemas.microsoft.com/office/powerpoint/2010/main" val="3924134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E6F9D-963A-1B9D-98D0-5F6BF0E0C4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28285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Blank">
    <p:spTree>
      <p:nvGrpSpPr>
        <p:cNvPr id="1" name=""/>
        <p:cNvGrpSpPr/>
        <p:nvPr/>
      </p:nvGrpSpPr>
      <p:grpSpPr>
        <a:xfrm>
          <a:off x="0" y="0"/>
          <a:ext cx="0" cy="0"/>
          <a:chOff x="0" y="0"/>
          <a:chExt cx="0" cy="0"/>
        </a:xfrm>
      </p:grpSpPr>
      <p:sp>
        <p:nvSpPr>
          <p:cNvPr id="2" name="Picture Placeholder 15">
            <a:extLst>
              <a:ext uri="{FF2B5EF4-FFF2-40B4-BE49-F238E27FC236}">
                <a16:creationId xmlns:a16="http://schemas.microsoft.com/office/drawing/2014/main" id="{290CCC2A-40EB-0D82-E905-FF557D7F8EEC}"/>
              </a:ext>
            </a:extLst>
          </p:cNvPr>
          <p:cNvSpPr>
            <a:spLocks noGrp="1"/>
          </p:cNvSpPr>
          <p:nvPr>
            <p:ph type="pic" sz="quarter" idx="12"/>
          </p:nvPr>
        </p:nvSpPr>
        <p:spPr>
          <a:xfrm>
            <a:off x="1029282" y="4396192"/>
            <a:ext cx="2989451" cy="1741229"/>
          </a:xfrm>
          <a:custGeom>
            <a:avLst/>
            <a:gdLst>
              <a:gd name="connsiteX0" fmla="*/ 0 w 3443649"/>
              <a:gd name="connsiteY0" fmla="*/ 0 h 2005780"/>
              <a:gd name="connsiteX1" fmla="*/ 3443649 w 3443649"/>
              <a:gd name="connsiteY1" fmla="*/ 0 h 2005780"/>
              <a:gd name="connsiteX2" fmla="*/ 3443649 w 3443649"/>
              <a:gd name="connsiteY2" fmla="*/ 2005780 h 2005780"/>
              <a:gd name="connsiteX3" fmla="*/ 0 w 3443649"/>
              <a:gd name="connsiteY3" fmla="*/ 2005780 h 2005780"/>
            </a:gdLst>
            <a:ahLst/>
            <a:cxnLst>
              <a:cxn ang="0">
                <a:pos x="connsiteX0" y="connsiteY0"/>
              </a:cxn>
              <a:cxn ang="0">
                <a:pos x="connsiteX1" y="connsiteY1"/>
              </a:cxn>
              <a:cxn ang="0">
                <a:pos x="connsiteX2" y="connsiteY2"/>
              </a:cxn>
              <a:cxn ang="0">
                <a:pos x="connsiteX3" y="connsiteY3"/>
              </a:cxn>
            </a:cxnLst>
            <a:rect l="l" t="t" r="r" b="b"/>
            <a:pathLst>
              <a:path w="3443649" h="2005780">
                <a:moveTo>
                  <a:pt x="0" y="0"/>
                </a:moveTo>
                <a:lnTo>
                  <a:pt x="3443649" y="0"/>
                </a:lnTo>
                <a:lnTo>
                  <a:pt x="3443649" y="2005780"/>
                </a:lnTo>
                <a:lnTo>
                  <a:pt x="0" y="2005780"/>
                </a:lnTo>
                <a:close/>
              </a:path>
            </a:pathLst>
          </a:custGeom>
        </p:spPr>
        <p:txBody>
          <a:bodyPr wrap="square">
            <a:noAutofit/>
          </a:bodyPr>
          <a:lstStyle/>
          <a:p>
            <a:endParaRPr lang="en-US"/>
          </a:p>
        </p:txBody>
      </p:sp>
      <p:sp>
        <p:nvSpPr>
          <p:cNvPr id="3" name="Picture Placeholder 12">
            <a:extLst>
              <a:ext uri="{FF2B5EF4-FFF2-40B4-BE49-F238E27FC236}">
                <a16:creationId xmlns:a16="http://schemas.microsoft.com/office/drawing/2014/main" id="{C31E0CB6-4089-9068-93DB-8071DA5E099D}"/>
              </a:ext>
            </a:extLst>
          </p:cNvPr>
          <p:cNvSpPr>
            <a:spLocks noGrp="1"/>
          </p:cNvSpPr>
          <p:nvPr>
            <p:ph type="pic" sz="quarter" idx="11"/>
          </p:nvPr>
        </p:nvSpPr>
        <p:spPr>
          <a:xfrm>
            <a:off x="1029282" y="2340703"/>
            <a:ext cx="2989451" cy="1741229"/>
          </a:xfrm>
          <a:custGeom>
            <a:avLst/>
            <a:gdLst>
              <a:gd name="connsiteX0" fmla="*/ 0 w 3443649"/>
              <a:gd name="connsiteY0" fmla="*/ 0 h 2005780"/>
              <a:gd name="connsiteX1" fmla="*/ 3443649 w 3443649"/>
              <a:gd name="connsiteY1" fmla="*/ 0 h 2005780"/>
              <a:gd name="connsiteX2" fmla="*/ 3443649 w 3443649"/>
              <a:gd name="connsiteY2" fmla="*/ 2005780 h 2005780"/>
              <a:gd name="connsiteX3" fmla="*/ 0 w 3443649"/>
              <a:gd name="connsiteY3" fmla="*/ 2005780 h 2005780"/>
            </a:gdLst>
            <a:ahLst/>
            <a:cxnLst>
              <a:cxn ang="0">
                <a:pos x="connsiteX0" y="connsiteY0"/>
              </a:cxn>
              <a:cxn ang="0">
                <a:pos x="connsiteX1" y="connsiteY1"/>
              </a:cxn>
              <a:cxn ang="0">
                <a:pos x="connsiteX2" y="connsiteY2"/>
              </a:cxn>
              <a:cxn ang="0">
                <a:pos x="connsiteX3" y="connsiteY3"/>
              </a:cxn>
            </a:cxnLst>
            <a:rect l="l" t="t" r="r" b="b"/>
            <a:pathLst>
              <a:path w="3443649" h="2005780">
                <a:moveTo>
                  <a:pt x="0" y="0"/>
                </a:moveTo>
                <a:lnTo>
                  <a:pt x="3443649" y="0"/>
                </a:lnTo>
                <a:lnTo>
                  <a:pt x="3443649" y="2005780"/>
                </a:lnTo>
                <a:lnTo>
                  <a:pt x="0" y="2005780"/>
                </a:lnTo>
                <a:close/>
              </a:path>
            </a:pathLst>
          </a:custGeom>
        </p:spPr>
        <p:txBody>
          <a:bodyPr wrap="square">
            <a:noAutofit/>
          </a:bodyPr>
          <a:lstStyle/>
          <a:p>
            <a:endParaRPr lang="en-US"/>
          </a:p>
        </p:txBody>
      </p:sp>
      <p:sp>
        <p:nvSpPr>
          <p:cNvPr id="4" name="Picture Placeholder 9">
            <a:extLst>
              <a:ext uri="{FF2B5EF4-FFF2-40B4-BE49-F238E27FC236}">
                <a16:creationId xmlns:a16="http://schemas.microsoft.com/office/drawing/2014/main" id="{0ADACF33-9F9F-E677-EE4F-2D9B8F4B7303}"/>
              </a:ext>
            </a:extLst>
          </p:cNvPr>
          <p:cNvSpPr>
            <a:spLocks noGrp="1"/>
          </p:cNvSpPr>
          <p:nvPr>
            <p:ph type="pic" sz="quarter" idx="10"/>
          </p:nvPr>
        </p:nvSpPr>
        <p:spPr>
          <a:xfrm>
            <a:off x="1029282" y="369206"/>
            <a:ext cx="2989451" cy="1741229"/>
          </a:xfrm>
          <a:custGeom>
            <a:avLst/>
            <a:gdLst>
              <a:gd name="connsiteX0" fmla="*/ 0 w 3443649"/>
              <a:gd name="connsiteY0" fmla="*/ 0 h 2005780"/>
              <a:gd name="connsiteX1" fmla="*/ 3443649 w 3443649"/>
              <a:gd name="connsiteY1" fmla="*/ 0 h 2005780"/>
              <a:gd name="connsiteX2" fmla="*/ 3443649 w 3443649"/>
              <a:gd name="connsiteY2" fmla="*/ 2005780 h 2005780"/>
              <a:gd name="connsiteX3" fmla="*/ 0 w 3443649"/>
              <a:gd name="connsiteY3" fmla="*/ 2005780 h 2005780"/>
            </a:gdLst>
            <a:ahLst/>
            <a:cxnLst>
              <a:cxn ang="0">
                <a:pos x="connsiteX0" y="connsiteY0"/>
              </a:cxn>
              <a:cxn ang="0">
                <a:pos x="connsiteX1" y="connsiteY1"/>
              </a:cxn>
              <a:cxn ang="0">
                <a:pos x="connsiteX2" y="connsiteY2"/>
              </a:cxn>
              <a:cxn ang="0">
                <a:pos x="connsiteX3" y="connsiteY3"/>
              </a:cxn>
            </a:cxnLst>
            <a:rect l="l" t="t" r="r" b="b"/>
            <a:pathLst>
              <a:path w="3443649" h="2005780">
                <a:moveTo>
                  <a:pt x="0" y="0"/>
                </a:moveTo>
                <a:lnTo>
                  <a:pt x="3443649" y="0"/>
                </a:lnTo>
                <a:lnTo>
                  <a:pt x="3443649" y="2005780"/>
                </a:lnTo>
                <a:lnTo>
                  <a:pt x="0" y="2005780"/>
                </a:lnTo>
                <a:close/>
              </a:path>
            </a:pathLst>
          </a:custGeom>
        </p:spPr>
        <p:txBody>
          <a:bodyPr wrap="square">
            <a:noAutofit/>
          </a:bodyPr>
          <a:lstStyle/>
          <a:p>
            <a:endParaRPr lang="en-US"/>
          </a:p>
        </p:txBody>
      </p:sp>
    </p:spTree>
    <p:extLst>
      <p:ext uri="{BB962C8B-B14F-4D97-AF65-F5344CB8AC3E}">
        <p14:creationId xmlns:p14="http://schemas.microsoft.com/office/powerpoint/2010/main" val="857938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Blank">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DBE7676-D194-3757-6C4A-4A8F2EACE50D}"/>
              </a:ext>
            </a:extLst>
          </p:cNvPr>
          <p:cNvSpPr>
            <a:spLocks noGrp="1"/>
          </p:cNvSpPr>
          <p:nvPr>
            <p:ph type="pic" sz="quarter" idx="12"/>
          </p:nvPr>
        </p:nvSpPr>
        <p:spPr>
          <a:xfrm>
            <a:off x="7946570" y="1486885"/>
            <a:ext cx="2344103" cy="1986486"/>
          </a:xfrm>
          <a:prstGeom prst="rect">
            <a:avLst/>
          </a:prstGeom>
        </p:spPr>
        <p:txBody>
          <a:bodyPr/>
          <a:lstStyle/>
          <a:p>
            <a:endParaRPr lang="en-US"/>
          </a:p>
        </p:txBody>
      </p:sp>
      <p:sp>
        <p:nvSpPr>
          <p:cNvPr id="3" name="Picture Placeholder 4">
            <a:extLst>
              <a:ext uri="{FF2B5EF4-FFF2-40B4-BE49-F238E27FC236}">
                <a16:creationId xmlns:a16="http://schemas.microsoft.com/office/drawing/2014/main" id="{8DCF1B89-2998-7866-72D7-94D884175630}"/>
              </a:ext>
            </a:extLst>
          </p:cNvPr>
          <p:cNvSpPr>
            <a:spLocks noGrp="1"/>
          </p:cNvSpPr>
          <p:nvPr>
            <p:ph type="pic" sz="quarter" idx="13"/>
          </p:nvPr>
        </p:nvSpPr>
        <p:spPr>
          <a:xfrm>
            <a:off x="7946570" y="3931313"/>
            <a:ext cx="2344103" cy="1986486"/>
          </a:xfrm>
          <a:prstGeom prst="rect">
            <a:avLst/>
          </a:prstGeom>
        </p:spPr>
        <p:txBody>
          <a:bodyPr/>
          <a:lstStyle/>
          <a:p>
            <a:endParaRPr lang="en-US"/>
          </a:p>
        </p:txBody>
      </p:sp>
      <p:sp>
        <p:nvSpPr>
          <p:cNvPr id="4" name="Picture Placeholder 4">
            <a:extLst>
              <a:ext uri="{FF2B5EF4-FFF2-40B4-BE49-F238E27FC236}">
                <a16:creationId xmlns:a16="http://schemas.microsoft.com/office/drawing/2014/main" id="{6CFC4595-2E31-2239-8DF7-1CF97AB370A3}"/>
              </a:ext>
            </a:extLst>
          </p:cNvPr>
          <p:cNvSpPr>
            <a:spLocks noGrp="1"/>
          </p:cNvSpPr>
          <p:nvPr>
            <p:ph type="pic" sz="quarter" idx="10"/>
          </p:nvPr>
        </p:nvSpPr>
        <p:spPr>
          <a:xfrm>
            <a:off x="1901326" y="1479028"/>
            <a:ext cx="2344103" cy="1986486"/>
          </a:xfrm>
          <a:prstGeom prst="rect">
            <a:avLst/>
          </a:prstGeom>
        </p:spPr>
        <p:txBody>
          <a:bodyPr/>
          <a:lstStyle/>
          <a:p>
            <a:endParaRPr lang="en-US"/>
          </a:p>
        </p:txBody>
      </p:sp>
      <p:sp>
        <p:nvSpPr>
          <p:cNvPr id="5" name="Picture Placeholder 4">
            <a:extLst>
              <a:ext uri="{FF2B5EF4-FFF2-40B4-BE49-F238E27FC236}">
                <a16:creationId xmlns:a16="http://schemas.microsoft.com/office/drawing/2014/main" id="{12F21ADA-893B-C0F3-E52C-6E3BD116BB87}"/>
              </a:ext>
            </a:extLst>
          </p:cNvPr>
          <p:cNvSpPr>
            <a:spLocks noGrp="1"/>
          </p:cNvSpPr>
          <p:nvPr>
            <p:ph type="pic" sz="quarter" idx="11"/>
          </p:nvPr>
        </p:nvSpPr>
        <p:spPr>
          <a:xfrm>
            <a:off x="1901326" y="3923456"/>
            <a:ext cx="2344103" cy="1986486"/>
          </a:xfrm>
          <a:prstGeom prst="rect">
            <a:avLst/>
          </a:prstGeom>
        </p:spPr>
        <p:txBody>
          <a:bodyPr/>
          <a:lstStyle/>
          <a:p>
            <a:endParaRPr lang="en-US"/>
          </a:p>
        </p:txBody>
      </p:sp>
    </p:spTree>
    <p:extLst>
      <p:ext uri="{BB962C8B-B14F-4D97-AF65-F5344CB8AC3E}">
        <p14:creationId xmlns:p14="http://schemas.microsoft.com/office/powerpoint/2010/main" val="3141399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Blank">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7653F31-B3AB-430C-AFA3-86D131772CC2}"/>
              </a:ext>
            </a:extLst>
          </p:cNvPr>
          <p:cNvSpPr/>
          <p:nvPr userDrawn="1"/>
        </p:nvSpPr>
        <p:spPr>
          <a:xfrm>
            <a:off x="8494250" y="405676"/>
            <a:ext cx="3200873" cy="4176409"/>
          </a:xfrm>
          <a:prstGeom prst="roundRect">
            <a:avLst/>
          </a:prstGeom>
          <a:solidFill>
            <a:srgbClr val="8C4FF4"/>
          </a:solidFill>
          <a:ln>
            <a:noFill/>
          </a:ln>
          <a:effectLst>
            <a:glow rad="1574800">
              <a:schemeClr val="accent5">
                <a:alpha val="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FE995FE-E141-4F64-7920-7D05438C9DEF}"/>
              </a:ext>
            </a:extLst>
          </p:cNvPr>
          <p:cNvSpPr>
            <a:spLocks noGrp="1"/>
          </p:cNvSpPr>
          <p:nvPr>
            <p:ph type="title"/>
          </p:nvPr>
        </p:nvSpPr>
        <p:spPr>
          <a:xfrm>
            <a:off x="836612" y="457200"/>
            <a:ext cx="3932237" cy="1600200"/>
          </a:xfrm>
        </p:spPr>
        <p:txBody>
          <a:bodyPr anchor="b"/>
          <a:lstStyle>
            <a:lvl1pPr>
              <a:defRPr sz="3200">
                <a:solidFill>
                  <a:srgbClr val="0366FF"/>
                </a:solidFill>
              </a:defRPr>
            </a:lvl1pPr>
          </a:lstStyle>
          <a:p>
            <a:r>
              <a:rPr lang="en-US"/>
              <a:t>Click to edit Master title style</a:t>
            </a:r>
          </a:p>
        </p:txBody>
      </p:sp>
      <p:sp>
        <p:nvSpPr>
          <p:cNvPr id="4" name="Picture Placeholder 2">
            <a:extLst>
              <a:ext uri="{FF2B5EF4-FFF2-40B4-BE49-F238E27FC236}">
                <a16:creationId xmlns:a16="http://schemas.microsoft.com/office/drawing/2014/main" id="{FE8EDE16-1BE2-53C6-6F0B-83CC3E6139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Text Placeholder 3">
            <a:extLst>
              <a:ext uri="{FF2B5EF4-FFF2-40B4-BE49-F238E27FC236}">
                <a16:creationId xmlns:a16="http://schemas.microsoft.com/office/drawing/2014/main" id="{49B0702C-6CC6-15E3-0EA3-4B19A8E40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TextBox 6">
            <a:extLst>
              <a:ext uri="{FF2B5EF4-FFF2-40B4-BE49-F238E27FC236}">
                <a16:creationId xmlns:a16="http://schemas.microsoft.com/office/drawing/2014/main" id="{C69457D0-2662-53E7-1EC3-61C5B43D47D2}"/>
              </a:ext>
            </a:extLst>
          </p:cNvPr>
          <p:cNvSpPr txBox="1"/>
          <p:nvPr userDrawn="1"/>
        </p:nvSpPr>
        <p:spPr>
          <a:xfrm>
            <a:off x="7806670" y="3910333"/>
            <a:ext cx="2869247" cy="1446550"/>
          </a:xfrm>
          <a:prstGeom prst="rect">
            <a:avLst/>
          </a:prstGeom>
          <a:noFill/>
        </p:spPr>
        <p:txBody>
          <a:bodyPr wrap="square">
            <a:spAutoFit/>
          </a:bodyPr>
          <a:lstStyle/>
          <a:p>
            <a:r>
              <a:rPr lang="en-US" sz="4400" i="1">
                <a:solidFill>
                  <a:schemeClr val="accent5"/>
                </a:solidFill>
                <a:latin typeface="+mj-lt"/>
              </a:rPr>
              <a:t>Strategic Planning</a:t>
            </a:r>
            <a:endParaRPr lang="en-US" sz="4400">
              <a:solidFill>
                <a:schemeClr val="accent5"/>
              </a:solidFill>
              <a:latin typeface="+mj-lt"/>
            </a:endParaRPr>
          </a:p>
        </p:txBody>
      </p:sp>
      <p:sp>
        <p:nvSpPr>
          <p:cNvPr id="8" name="Rectangle: Rounded Corners 7">
            <a:extLst>
              <a:ext uri="{FF2B5EF4-FFF2-40B4-BE49-F238E27FC236}">
                <a16:creationId xmlns:a16="http://schemas.microsoft.com/office/drawing/2014/main" id="{190CB651-754A-63A4-06DE-D4A712935DED}"/>
              </a:ext>
            </a:extLst>
          </p:cNvPr>
          <p:cNvSpPr/>
          <p:nvPr userDrawn="1"/>
        </p:nvSpPr>
        <p:spPr>
          <a:xfrm>
            <a:off x="8223198" y="797541"/>
            <a:ext cx="1467957" cy="398817"/>
          </a:xfrm>
          <a:prstGeom prst="roundRect">
            <a:avLst>
              <a:gd name="adj" fmla="val 50000"/>
            </a:avLst>
          </a:prstGeom>
          <a:solidFill>
            <a:schemeClr val="accent5"/>
          </a:solidFill>
          <a:ln>
            <a:noFill/>
          </a:ln>
          <a:effectLst>
            <a:glow rad="1574800">
              <a:schemeClr val="accent5">
                <a:alpha val="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solidFill>
                  <a:schemeClr val="tx1"/>
                </a:solidFill>
                <a:latin typeface="+mj-lt"/>
              </a:rPr>
              <a:t>2025 plan</a:t>
            </a:r>
          </a:p>
        </p:txBody>
      </p:sp>
    </p:spTree>
    <p:extLst>
      <p:ext uri="{BB962C8B-B14F-4D97-AF65-F5344CB8AC3E}">
        <p14:creationId xmlns:p14="http://schemas.microsoft.com/office/powerpoint/2010/main" val="3596971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18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2812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42D9-B45F-7B82-66BA-5F1D68B01D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E24346-FB20-FDDF-119D-352EB36DC4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28785620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E63EC-1D94-4C77-A8A8-C2C4C3B20D5D}"/>
              </a:ext>
            </a:extLst>
          </p:cNvPr>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02540969-8270-FCE7-2A13-B5E47A11700E}"/>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41644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E63EC-1D94-4C77-A8A8-C2C4C3B20D5D}"/>
              </a:ext>
            </a:extLst>
          </p:cNvPr>
          <p:cNvSpPr>
            <a:spLocks noGrp="1"/>
          </p:cNvSpPr>
          <p:nvPr>
            <p:ph type="title"/>
          </p:nvPr>
        </p:nvSpPr>
        <p:spPr/>
        <p:txBody>
          <a:bodyPr/>
          <a:lstStyle/>
          <a:p>
            <a:r>
              <a:rPr lang="en-US"/>
              <a:t>Click to edit Master title style</a:t>
            </a:r>
          </a:p>
        </p:txBody>
      </p:sp>
      <p:pic>
        <p:nvPicPr>
          <p:cNvPr id="8" name="Graphic 7">
            <a:extLst>
              <a:ext uri="{FF2B5EF4-FFF2-40B4-BE49-F238E27FC236}">
                <a16:creationId xmlns:a16="http://schemas.microsoft.com/office/drawing/2014/main" id="{67B2D10B-B544-8D0A-68C3-1B2B488E65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8042" y="-42042"/>
            <a:ext cx="12368083" cy="6942083"/>
          </a:xfrm>
          <a:prstGeom prst="rect">
            <a:avLst/>
          </a:prstGeom>
        </p:spPr>
      </p:pic>
    </p:spTree>
    <p:extLst>
      <p:ext uri="{BB962C8B-B14F-4D97-AF65-F5344CB8AC3E}">
        <p14:creationId xmlns:p14="http://schemas.microsoft.com/office/powerpoint/2010/main" val="31578886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2889-721D-8916-BE9E-23C1EAC1AD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8F7354-5530-3418-27DF-153AF389F3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438272-AA8A-84FA-0F3E-0C2B22C85E60}"/>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CD52F02C-9DD5-133B-3AC7-CE9E232341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EF6923-F478-DD29-DBD3-D99F5DE7404B}"/>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18514877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C1E6B-EFFC-575A-8018-B5DB0B15FE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F8FD77-06B5-0FA0-20F4-9BAD852B60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F595A3-F755-0DE1-F507-0BB8ED5D285E}"/>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9BD104EE-022A-B040-1888-E110452F77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597DA-F37F-36EB-CD10-3BD92221BC95}"/>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680200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EAA7F-7002-B702-8D22-D69C3B8DEF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C9AC37-B6C8-CA19-E354-1AB5DBAAB0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777E27-FB65-6478-1667-F3A7472A976F}"/>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6A5572D3-02E3-2C06-4945-4ACA0D68EB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CD5264-87C6-0D17-43E7-3EB9D12DFDD3}"/>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1139299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ABE52-A45C-496D-9AD1-1D6D51486E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0627E7-0E95-8091-5C25-07C91C2AB2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9F041C-B74D-80F4-CF2D-D13FD08C0C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C5A5CC-2683-0710-BB2A-41D1CCABEC3C}"/>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6" name="Footer Placeholder 5">
            <a:extLst>
              <a:ext uri="{FF2B5EF4-FFF2-40B4-BE49-F238E27FC236}">
                <a16:creationId xmlns:a16="http://schemas.microsoft.com/office/drawing/2014/main" id="{A10ED98D-9D9B-EB4E-F948-08E22EB5B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9264A4-09F9-F679-8A6A-763B16AF9B16}"/>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41420563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7002-E936-42F7-3C13-350577DD59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287790-CF5D-2071-00E9-56580D7682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8A361-2114-8E3B-3E18-AAB6DCCB92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787C69-A8D5-B381-1E8B-00E950CE30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F975A0-E90D-08BF-6B41-A2510E259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F09C78-EB9C-F95B-620F-8C7AB6C5413E}"/>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8" name="Footer Placeholder 7">
            <a:extLst>
              <a:ext uri="{FF2B5EF4-FFF2-40B4-BE49-F238E27FC236}">
                <a16:creationId xmlns:a16="http://schemas.microsoft.com/office/drawing/2014/main" id="{CB0AC7CB-D263-7A57-A93F-71D36E175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7E12B0-1238-5700-FACD-1B858A5B27EA}"/>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13188298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F05EE-D538-1419-F786-8E9F86EAA3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167E47-BB84-2EDA-24F0-80F5E5296995}"/>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4" name="Footer Placeholder 3">
            <a:extLst>
              <a:ext uri="{FF2B5EF4-FFF2-40B4-BE49-F238E27FC236}">
                <a16:creationId xmlns:a16="http://schemas.microsoft.com/office/drawing/2014/main" id="{74D5B48C-D1BF-73B5-3EDD-857EA533C9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133E63-E1DA-D263-BB6F-E805AF1301C9}"/>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38823230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DC67F2-3807-FA81-2875-472C2C712B21}"/>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3" name="Footer Placeholder 2">
            <a:extLst>
              <a:ext uri="{FF2B5EF4-FFF2-40B4-BE49-F238E27FC236}">
                <a16:creationId xmlns:a16="http://schemas.microsoft.com/office/drawing/2014/main" id="{07857EB5-3E00-A2E2-D293-BEEA9D7EF2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37B6A3-0811-995C-296B-B5F421376691}"/>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16335336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0C69F-F2DF-5AA6-41C6-53ADB7ECE3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20417B-3139-B735-C815-299F7A7B78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CFDBF8-D2C9-EE02-229E-F8ED779C69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C7CF0-E409-37CC-C853-AD62E58C0F0A}"/>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6" name="Footer Placeholder 5">
            <a:extLst>
              <a:ext uri="{FF2B5EF4-FFF2-40B4-BE49-F238E27FC236}">
                <a16:creationId xmlns:a16="http://schemas.microsoft.com/office/drawing/2014/main" id="{80BBAB41-FF17-65A4-43BE-8E0916F382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0B79EA-5E09-4211-84DF-54B09FC40535}"/>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6948350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337C-E527-BEAD-C3E5-D2EAF97E14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13AA7-7898-9DE1-FE26-F276B6D4CD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D395A6-2AA1-BC65-B146-62B9C4DA72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1CFDBA-A2F4-9FA8-6260-157104C74097}"/>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6" name="Footer Placeholder 5">
            <a:extLst>
              <a:ext uri="{FF2B5EF4-FFF2-40B4-BE49-F238E27FC236}">
                <a16:creationId xmlns:a16="http://schemas.microsoft.com/office/drawing/2014/main" id="{41930E2F-5C6B-8378-3EB5-56150E0E7A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B023A9-F64F-F6C4-6ED0-F9DB9AB9EAE3}"/>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39103917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1AEAF-8B63-88F3-58D6-B732902764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B12C81-ED4B-2E21-EB50-5682369112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F528AB-3FD6-4455-8B17-EF138205B053}"/>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C3167874-31EB-4D12-27FA-CE61B2DA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ABD838-C30D-3E6F-1D9D-039304E9621C}"/>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6908889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C99D32-B49C-F15F-B74F-9C5A27A77B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E05B1B-F54F-F0A2-BB51-7112D02A31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CD0CD1-953E-E31F-CF16-647AA2749525}"/>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7A5269A4-F851-0F8E-B709-E04DCBD7F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9EE52-6A89-226A-D0CD-621718FC0BDA}"/>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32159840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 Id="rId27"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theme" Target="../theme/theme2.xml"/><Relationship Id="rId13"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E4C751-9539-11ED-365B-EA245C683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C650DF-3132-B144-1B5A-71A6FC10CC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8BE16657-AC1A-3CBB-CB6C-34022BF601F4}"/>
              </a:ext>
            </a:extLst>
          </p:cNvPr>
          <p:cNvGrpSpPr/>
          <p:nvPr userDrawn="1"/>
        </p:nvGrpSpPr>
        <p:grpSpPr>
          <a:xfrm>
            <a:off x="11558587" y="3429000"/>
            <a:ext cx="504825" cy="3240562"/>
            <a:chOff x="11558587" y="3429000"/>
            <a:chExt cx="504825" cy="3240562"/>
          </a:xfrm>
        </p:grpSpPr>
        <p:pic>
          <p:nvPicPr>
            <p:cNvPr id="8" name="Graphic 7">
              <a:extLst>
                <a:ext uri="{FF2B5EF4-FFF2-40B4-BE49-F238E27FC236}">
                  <a16:creationId xmlns:a16="http://schemas.microsoft.com/office/drawing/2014/main" id="{A61BCE77-9728-B9DF-A894-E699D5495363}"/>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1558587" y="6117112"/>
              <a:ext cx="504825" cy="552450"/>
            </a:xfrm>
            <a:prstGeom prst="rect">
              <a:avLst/>
            </a:prstGeom>
          </p:spPr>
        </p:pic>
        <p:sp>
          <p:nvSpPr>
            <p:cNvPr id="9" name="TextBox 8">
              <a:extLst>
                <a:ext uri="{FF2B5EF4-FFF2-40B4-BE49-F238E27FC236}">
                  <a16:creationId xmlns:a16="http://schemas.microsoft.com/office/drawing/2014/main" id="{A34F97B2-799D-7BAB-6412-51072C1437DB}"/>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rgbClr val="8C4FF4"/>
                  </a:solidFill>
                  <a:latin typeface="Poppins" panose="00000500000000000000" pitchFamily="2" charset="0"/>
                  <a:cs typeface="Poppins" panose="00000500000000000000" pitchFamily="2" charset="0"/>
                </a:rPr>
                <a:t>www.flairstech.com</a:t>
              </a:r>
            </a:p>
          </p:txBody>
        </p:sp>
      </p:grpSp>
      <p:cxnSp>
        <p:nvCxnSpPr>
          <p:cNvPr id="11" name="Straight Connector 10">
            <a:extLst>
              <a:ext uri="{FF2B5EF4-FFF2-40B4-BE49-F238E27FC236}">
                <a16:creationId xmlns:a16="http://schemas.microsoft.com/office/drawing/2014/main" id="{25672446-6AA6-264F-4875-1B6A951A3895}"/>
              </a:ext>
            </a:extLst>
          </p:cNvPr>
          <p:cNvCxnSpPr/>
          <p:nvPr userDrawn="1"/>
        </p:nvCxnSpPr>
        <p:spPr>
          <a:xfrm flipV="1">
            <a:off x="11937957" y="0"/>
            <a:ext cx="0" cy="592768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3619328"/>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74" r:id="rId3"/>
    <p:sldLayoutId id="2147483656" r:id="rId4"/>
    <p:sldLayoutId id="2147483657" r:id="rId5"/>
    <p:sldLayoutId id="2147483658" r:id="rId6"/>
    <p:sldLayoutId id="2147483659" r:id="rId7"/>
    <p:sldLayoutId id="2147483660" r:id="rId8"/>
    <p:sldLayoutId id="2147483661" r:id="rId9"/>
    <p:sldLayoutId id="2147483664" r:id="rId10"/>
    <p:sldLayoutId id="2147483669" r:id="rId11"/>
    <p:sldLayoutId id="2147483662" r:id="rId12"/>
    <p:sldLayoutId id="2147483665" r:id="rId13"/>
    <p:sldLayoutId id="2147483663" r:id="rId14"/>
    <p:sldLayoutId id="2147483666" r:id="rId15"/>
    <p:sldLayoutId id="2147483667" r:id="rId16"/>
    <p:sldLayoutId id="2147483668" r:id="rId17"/>
    <p:sldLayoutId id="2147483650" r:id="rId18"/>
    <p:sldLayoutId id="2147483671" r:id="rId19"/>
    <p:sldLayoutId id="2147483670" r:id="rId20"/>
    <p:sldLayoutId id="2147483672" r:id="rId21"/>
    <p:sldLayoutId id="2147483673" r:id="rId22"/>
    <p:sldLayoutId id="2147483651" r:id="rId23"/>
    <p:sldLayoutId id="2147483687" r:id="rId24"/>
    <p:sldLayoutId id="2147483652" r:id="rId25"/>
  </p:sldLayoutIdLst>
  <p:txStyles>
    <p:titleStyle>
      <a:lvl1pPr algn="l" defTabSz="914400" rtl="0" eaLnBrk="1" latinLnBrk="0" hangingPunct="1">
        <a:lnSpc>
          <a:spcPct val="90000"/>
        </a:lnSpc>
        <a:spcBef>
          <a:spcPct val="0"/>
        </a:spcBef>
        <a:buNone/>
        <a:defRPr sz="4400" kern="1200">
          <a:solidFill>
            <a:schemeClr val="tx1"/>
          </a:solidFill>
          <a:latin typeface="Poppins SemiBold" panose="00000700000000000000" pitchFamily="2" charset="0"/>
          <a:ea typeface="+mj-ea"/>
          <a:cs typeface="Poppins SemiBold" panose="000007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Medium" panose="00000600000000000000" pitchFamily="2" charset="0"/>
          <a:ea typeface="+mn-ea"/>
          <a:cs typeface="Poppins Medium" panose="000006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127478-957B-8004-0BA6-0B4FE126BF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0A278C-0DB2-3F92-52B7-08C91A2EC1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DF1E4-27AA-7785-4407-D47EF10838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49569371-613E-EBD0-CB8F-C94B1AD34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EDA9A1-96CA-EA9A-C07B-B15E72AFAD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3927F9-8D5B-4A5D-A4B0-42D409B67E53}" type="slidenum">
              <a:rPr lang="en-US" smtClean="0"/>
              <a:t>‹#›</a:t>
            </a:fld>
            <a:endParaRPr lang="en-US"/>
          </a:p>
        </p:txBody>
      </p:sp>
      <p:grpSp>
        <p:nvGrpSpPr>
          <p:cNvPr id="7" name="Group 6">
            <a:extLst>
              <a:ext uri="{FF2B5EF4-FFF2-40B4-BE49-F238E27FC236}">
                <a16:creationId xmlns:a16="http://schemas.microsoft.com/office/drawing/2014/main" id="{15CC2033-7521-C317-3C8D-C9158139320C}"/>
              </a:ext>
            </a:extLst>
          </p:cNvPr>
          <p:cNvGrpSpPr/>
          <p:nvPr userDrawn="1"/>
        </p:nvGrpSpPr>
        <p:grpSpPr>
          <a:xfrm>
            <a:off x="11558587" y="3429000"/>
            <a:ext cx="504825" cy="3240562"/>
            <a:chOff x="11558587" y="3429000"/>
            <a:chExt cx="504825" cy="3240562"/>
          </a:xfrm>
        </p:grpSpPr>
        <p:pic>
          <p:nvPicPr>
            <p:cNvPr id="8" name="Graphic 7">
              <a:extLst>
                <a:ext uri="{FF2B5EF4-FFF2-40B4-BE49-F238E27FC236}">
                  <a16:creationId xmlns:a16="http://schemas.microsoft.com/office/drawing/2014/main" id="{E6039C41-FE40-33D9-BF28-46DDD12008DB}"/>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1558587" y="6117112"/>
              <a:ext cx="504825" cy="552450"/>
            </a:xfrm>
            <a:prstGeom prst="rect">
              <a:avLst/>
            </a:prstGeom>
          </p:spPr>
        </p:pic>
        <p:sp>
          <p:nvSpPr>
            <p:cNvPr id="9" name="TextBox 8">
              <a:extLst>
                <a:ext uri="{FF2B5EF4-FFF2-40B4-BE49-F238E27FC236}">
                  <a16:creationId xmlns:a16="http://schemas.microsoft.com/office/drawing/2014/main" id="{1393F90A-9E86-6C25-E63C-A0426FB67EE9}"/>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rgbClr val="8C4FF4"/>
                  </a:solidFill>
                  <a:latin typeface="Poppins" panose="00000500000000000000" pitchFamily="2" charset="0"/>
                  <a:cs typeface="Poppins" panose="00000500000000000000" pitchFamily="2" charset="0"/>
                </a:rPr>
                <a:t>www.flairstech.com</a:t>
              </a:r>
            </a:p>
          </p:txBody>
        </p:sp>
      </p:grpSp>
      <p:cxnSp>
        <p:nvCxnSpPr>
          <p:cNvPr id="10" name="Straight Connector 9">
            <a:extLst>
              <a:ext uri="{FF2B5EF4-FFF2-40B4-BE49-F238E27FC236}">
                <a16:creationId xmlns:a16="http://schemas.microsoft.com/office/drawing/2014/main" id="{29DFB403-1619-6C9D-9A9B-569B0DDDCDAD}"/>
              </a:ext>
            </a:extLst>
          </p:cNvPr>
          <p:cNvCxnSpPr/>
          <p:nvPr userDrawn="1"/>
        </p:nvCxnSpPr>
        <p:spPr>
          <a:xfrm flipV="1">
            <a:off x="11937957" y="0"/>
            <a:ext cx="0" cy="592768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912320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rgbClr val="0366FF"/>
          </a:solidFill>
          <a:latin typeface="Poppins" panose="00000500000000000000" pitchFamily="2" charset="0"/>
          <a:ea typeface="+mj-ea"/>
          <a:cs typeface="Poppins" panose="000005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hyperlink" Target="https://www.youtube.com/playlist?list=PLCInYL3l2AajYlZGzU_LVrHdoouf8W6ZN" TargetMode="External"/><Relationship Id="rId4" Type="http://schemas.openxmlformats.org/officeDocument/2006/relationships/hyperlink" Target="https://www.youtube.com/playlist?list=PLnzqK5HvcpwTgEDztQ8y4K4-VoeoK1QCG" TargetMode="External"/><Relationship Id="rId5" Type="http://schemas.openxmlformats.org/officeDocument/2006/relationships/hyperlink" Target="https://adelnasim.com/" TargetMode="External"/><Relationship Id="rId6" Type="http://schemas.openxmlformats.org/officeDocument/2006/relationships/hyperlink" Target="https://dev.java/learn/classes-objects/" TargetMode="External"/><Relationship Id="rId7" Type="http://schemas.openxmlformats.org/officeDocument/2006/relationships/hyperlink" Target="https://dev.java/learn/classes-objects/creating-objects/" TargetMode="External"/><Relationship Id="rId8" Type="http://schemas.openxmlformats.org/officeDocument/2006/relationships/hyperlink" Target="https://dev.java/learn/inheritance/object-class/" TargetMode="External"/><Relationship Id="rId9" Type="http://schemas.openxmlformats.org/officeDocument/2006/relationships/hyperlink" Target="https://www.hackerrank.com/domains/java?filters%5Bsubdomains%5D%5B%5D=java-strings" TargetMode="External"/><Relationship Id="rId10" Type="http://schemas.openxmlformats.org/officeDocument/2006/relationships/hyperlink" Target="https://exercism.org/tracks/java" TargetMode="External"/><Relationship Id="rId11" Type="http://schemas.openxmlformats.org/officeDocument/2006/relationships/hyperlink" Target="https://leetcode.com/problems/reverse-strin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hyperlink" Target="https://www.youtube.com/playlist?list=PLCInYL3l2AajYlZGzU_LVrHdoouf8W6ZN" TargetMode="External"/><Relationship Id="rId4" Type="http://schemas.openxmlformats.org/officeDocument/2006/relationships/hyperlink" Target="https://dev.java/learn/classes-objects/" TargetMode="External"/><Relationship Id="rId5" Type="http://schemas.openxmlformats.org/officeDocument/2006/relationships/hyperlink" Target="https://dev.java/learn/inheritance/object-class/" TargetMode="External"/><Relationship Id="rId6" Type="http://schemas.openxmlformats.org/officeDocument/2006/relationships/hyperlink" Target="https://leetcode.com/problems/reverse-string/" TargetMode="External"/><Relationship Id="rId7" Type="http://schemas.openxmlformats.org/officeDocument/2006/relationships/hyperlink" Target="https://leetcode.com/problems/fizz-buzz/" TargetMode="External"/><Relationship Id="rId8" Type="http://schemas.openxmlformats.org/officeDocument/2006/relationships/hyperlink" Target="https://www.hackerrank.com/domains/java?filters%5Bsubdomains%5D%5B%5D=java-string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2104" y="3246120"/>
            <a:ext cx="6766560" cy="1737360"/>
          </a:xfrm>
        </p:spPr>
        <p:txBody>
          <a:bodyPr wrap="square" anchor="b"/>
          <a:lstStyle/>
          <a:p>
            <a:pPr algn="l">
              <a:spcAft>
                <a:spcPts val="600"/>
              </a:spcAft>
            </a:pPr>
            <a:r>
              <a:rPr sz="4000" b="1" i="0">
                <a:solidFill>
                  <a:srgbClr val="FFFFFF"/>
                </a:solidFill>
                <a:latin typeface="Poppins"/>
              </a:rPr>
              <a:t>Classes and Objects</a:t>
            </a:r>
          </a:p>
        </p:txBody>
      </p:sp>
      <p:sp>
        <p:nvSpPr>
          <p:cNvPr id="3" name="TextBox 2"/>
          <p:cNvSpPr txBox="1"/>
          <p:nvPr/>
        </p:nvSpPr>
        <p:spPr>
          <a:xfrm>
            <a:off x="868680" y="2743200"/>
            <a:ext cx="6400800" cy="457200"/>
          </a:xfrm>
          <a:prstGeom prst="rect">
            <a:avLst/>
          </a:prstGeom>
          <a:noFill/>
        </p:spPr>
        <p:txBody>
          <a:bodyPr wrap="square" lIns="0" rIns="0" tIns="0" bIns="0" anchor="t">
            <a:spAutoFit/>
          </a:bodyPr>
          <a:lstStyle/>
          <a:p>
            <a:pPr algn="l">
              <a:spcAft>
                <a:spcPts val="600"/>
              </a:spcAft>
            </a:pPr>
            <a:r>
              <a:rPr sz="1400" b="1" i="0">
                <a:solidFill>
                  <a:srgbClr val="6FDFE2"/>
                </a:solidFill>
                <a:latin typeface="Poppins"/>
              </a:rPr>
              <a:t>WEEK 2  ·  SESSION 4</a:t>
            </a:r>
          </a:p>
        </p:txBody>
      </p:sp>
      <p:sp>
        <p:nvSpPr>
          <p:cNvPr id="4" name="TextBox 3"/>
          <p:cNvSpPr txBox="1"/>
          <p:nvPr/>
        </p:nvSpPr>
        <p:spPr>
          <a:xfrm>
            <a:off x="868680" y="5074920"/>
            <a:ext cx="6400800" cy="457200"/>
          </a:xfrm>
          <a:prstGeom prst="rect">
            <a:avLst/>
          </a:prstGeom>
          <a:noFill/>
        </p:spPr>
        <p:txBody>
          <a:bodyPr wrap="square" lIns="0" rIns="0" tIns="0" bIns="0" anchor="t">
            <a:spAutoFit/>
          </a:bodyPr>
          <a:lstStyle/>
          <a:p>
            <a:pPr algn="l">
              <a:spcAft>
                <a:spcPts val="600"/>
              </a:spcAft>
            </a:pPr>
            <a:r>
              <a:rPr sz="1600" b="0" i="0">
                <a:solidFill>
                  <a:srgbClr val="FFFFFF"/>
                </a:solidFill>
                <a:latin typeface="Poppins"/>
              </a:rPr>
              <a:t>Java + Spring Boot Internship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Today's plan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Classes and objects: fields, constructors, this, static</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Stack and heap: what a variable really holds</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Encapsulation: private data, safe methods</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toString, equals, hashCode</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Afternoon lab: BankAccount, Student, Grade Manager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By the end of today, you can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Model a real thing as a class with fields and methods</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Draw the stack and heap for a small program</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Explain why == and equals() can disagree</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Protect an object's data with private and setters</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Build a console app around an array of objects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Classes and objects</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01</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A blueprint and the things built from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A first class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Dog</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age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Dog</a:t>
            </a:r>
            <a:r>
              <a:rPr lang="en-US" sz="1300" i="0">
                <a:solidFill>
                  <a:srgbClr val="EEF2FA"/>
                </a:solidFill>
                <a:latin typeface="Consolas"/>
              </a:rPr>
              <a:t>(</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age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this</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this</a:t>
            </a:r>
            <a:r>
              <a:rPr lang="en-US" sz="1300" i="0">
                <a:solidFill>
                  <a:srgbClr val="EEF2FA"/>
                </a:solidFill>
                <a:latin typeface="Consolas"/>
              </a:rPr>
              <a:t>.</a:t>
            </a:r>
            <a:r>
              <a:rPr lang="en-US" sz="1300" i="0">
                <a:solidFill>
                  <a:srgbClr val="EEF2FA"/>
                </a:solidFill>
                <a:latin typeface="Consolas"/>
              </a:rPr>
              <a:t>age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age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void</a:t>
            </a:r>
            <a:r>
              <a:rPr lang="en-US" sz="1300" i="0">
                <a:solidFill>
                  <a:srgbClr val="EEF2FA"/>
                </a:solidFill>
                <a:latin typeface="Consolas"/>
              </a:rPr>
              <a:t xml:space="preserve"> </a:t>
            </a:r>
            <a:r>
              <a:rPr lang="en-US" sz="1300" i="0">
                <a:solidFill>
                  <a:srgbClr val="EEF2FA"/>
                </a:solidFill>
                <a:latin typeface="Consolas"/>
              </a:rPr>
              <a:t>bark</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 says woof"</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demos/ClassBasics.java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Parts</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Fields: what it knows</a:t>
            </a:r>
          </a:p>
          <a:p>
            <a:pPr algn="l" marL="228600" indent="-201168">
              <a:spcAft>
                <a:spcPts val="400"/>
              </a:spcAft>
              <a:buClr>
                <a:srgbClr val="0366FF"/>
              </a:buClr>
              <a:buChar char="•"/>
            </a:pPr>
            <a:r>
              <a:rPr lang="en-US" sz="1400" b="0" i="0">
                <a:solidFill>
                  <a:srgbClr val="1B2433"/>
                </a:solidFill>
                <a:latin typeface="Poppins"/>
              </a:rPr>
              <a:t>Constructor: how it starts</a:t>
            </a:r>
          </a:p>
          <a:p>
            <a:pPr algn="l" marL="228600" indent="-201168">
              <a:spcAft>
                <a:spcPts val="400"/>
              </a:spcAft>
              <a:buClr>
                <a:srgbClr val="0366FF"/>
              </a:buClr>
              <a:buChar char="•"/>
            </a:pPr>
            <a:r>
              <a:rPr lang="en-US" sz="1400" b="0" i="0">
                <a:solidFill>
                  <a:srgbClr val="1B2433"/>
                </a:solidFill>
                <a:latin typeface="Poppins"/>
              </a:rPr>
              <a:t>Methods: what it does</a:t>
            </a:r>
          </a:p>
          <a:p>
            <a:pPr algn="l" marL="228600" indent="-201168">
              <a:spcAft>
                <a:spcPts val="400"/>
              </a:spcAft>
              <a:buClr>
                <a:srgbClr val="0366FF"/>
              </a:buClr>
              <a:buChar char="•"/>
            </a:pPr>
            <a:r>
              <a:rPr lang="en-US" sz="1400" b="0" i="0">
                <a:solidFill>
                  <a:srgbClr val="1B2433"/>
                </a:solidFill>
                <a:latin typeface="Poppins"/>
              </a:rPr>
              <a:t>this.name is the field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Creating objects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Dog</a:t>
            </a:r>
            <a:r>
              <a:rPr lang="en-US" sz="1300" i="0">
                <a:solidFill>
                  <a:srgbClr val="EEF2FA"/>
                </a:solidFill>
                <a:latin typeface="Consolas"/>
              </a:rPr>
              <a:t xml:space="preserve"> </a:t>
            </a:r>
            <a:r>
              <a:rPr lang="en-US" sz="1300" i="0">
                <a:solidFill>
                  <a:srgbClr val="EEF2FA"/>
                </a:solidFill>
                <a:latin typeface="Consolas"/>
              </a:rPr>
              <a:t>rex</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Dog</a:t>
            </a:r>
            <a:r>
              <a:rPr lang="en-US" sz="1300" i="0">
                <a:solidFill>
                  <a:srgbClr val="EEF2FA"/>
                </a:solidFill>
                <a:latin typeface="Consolas"/>
              </a:rPr>
              <a:t>(</a:t>
            </a:r>
            <a:r>
              <a:rPr lang="en-US" sz="1300" i="0">
                <a:solidFill>
                  <a:srgbClr val="9EF0C9"/>
                </a:solidFill>
                <a:latin typeface="Consolas"/>
              </a:rPr>
              <a:t>"Rex"</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3</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Dog</a:t>
            </a:r>
            <a:r>
              <a:rPr lang="en-US" sz="1300" i="0">
                <a:solidFill>
                  <a:srgbClr val="EEF2FA"/>
                </a:solidFill>
                <a:latin typeface="Consolas"/>
              </a:rPr>
              <a:t xml:space="preserve"> </a:t>
            </a:r>
            <a:r>
              <a:rPr lang="en-US" sz="1300" i="0">
                <a:solidFill>
                  <a:srgbClr val="EEF2FA"/>
                </a:solidFill>
                <a:latin typeface="Consolas"/>
              </a:rPr>
              <a:t>luna</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Dog</a:t>
            </a:r>
            <a:r>
              <a:rPr lang="en-US" sz="1300" i="0">
                <a:solidFill>
                  <a:srgbClr val="EEF2FA"/>
                </a:solidFill>
                <a:latin typeface="Consolas"/>
              </a:rPr>
              <a:t>(</a:t>
            </a:r>
            <a:r>
              <a:rPr lang="en-US" sz="1300" i="0">
                <a:solidFill>
                  <a:srgbClr val="9EF0C9"/>
                </a:solidFill>
                <a:latin typeface="Consolas"/>
              </a:rPr>
              <a:t>"Luna"</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5</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rex</a:t>
            </a:r>
            <a:r>
              <a:rPr lang="en-US" sz="1300" i="0">
                <a:solidFill>
                  <a:srgbClr val="EEF2FA"/>
                </a:solidFill>
                <a:latin typeface="Consolas"/>
              </a:rPr>
              <a:t>.</a:t>
            </a:r>
            <a:r>
              <a:rPr lang="en-US" sz="1300" i="0">
                <a:solidFill>
                  <a:srgbClr val="EEF2FA"/>
                </a:solidFill>
                <a:latin typeface="Consolas"/>
              </a:rPr>
              <a:t>bark</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Rex says woof</a:t>
            </a:r>
          </a:p>
          <a:p>
            <a:pPr algn="l">
              <a:lnSpc>
                <a:spcPct val="105000"/>
              </a:lnSpc>
              <a:spcAft>
                <a:spcPts val="0"/>
              </a:spcAft>
            </a:pPr>
            <a:r>
              <a:rPr lang="en-US" sz="1300" i="0">
                <a:solidFill>
                  <a:srgbClr val="EEF2FA"/>
                </a:solidFill>
                <a:latin typeface="Consolas"/>
              </a:rPr>
              <a:t>luna</a:t>
            </a:r>
            <a:r>
              <a:rPr lang="en-US" sz="1300" i="0">
                <a:solidFill>
                  <a:srgbClr val="EEF2FA"/>
                </a:solidFill>
                <a:latin typeface="Consolas"/>
              </a:rPr>
              <a:t>.</a:t>
            </a:r>
            <a:r>
              <a:rPr lang="en-US" sz="1300" i="0">
                <a:solidFill>
                  <a:srgbClr val="EEF2FA"/>
                </a:solidFill>
                <a:latin typeface="Consolas"/>
              </a:rPr>
              <a:t>bark</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Luna says woof</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rex</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Rex</a:t>
            </a:r>
          </a:p>
          <a:p>
            <a:pPr algn="l">
              <a:lnSpc>
                <a:spcPct val="105000"/>
              </a:lnSpc>
              <a:spcAft>
                <a:spcPts val="0"/>
              </a:spcAft>
            </a:pPr>
            <a:r>
              <a:rPr lang="en-US" sz="1300" i="0">
                <a:solidFill>
                  <a:srgbClr val="EEF2FA"/>
                </a:solidFill>
                <a:latin typeface="Consolas"/>
              </a:rPr>
              <a:t>rex</a:t>
            </a:r>
            <a:r>
              <a:rPr lang="en-US" sz="1300" i="0">
                <a:solidFill>
                  <a:srgbClr val="EEF2FA"/>
                </a:solidFill>
                <a:latin typeface="Consolas"/>
              </a:rPr>
              <a:t>.</a:t>
            </a:r>
            <a:r>
              <a:rPr lang="en-US" sz="1300" i="0">
                <a:solidFill>
                  <a:srgbClr val="EEF2FA"/>
                </a:solidFill>
                <a:latin typeface="Consolas"/>
              </a:rPr>
              <a:t>age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4</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luna</a:t>
            </a:r>
            <a:r>
              <a:rPr lang="en-US" sz="1300" i="0">
                <a:solidFill>
                  <a:srgbClr val="EEF2FA"/>
                </a:solidFill>
                <a:latin typeface="Consolas"/>
              </a:rPr>
              <a:t>.</a:t>
            </a:r>
            <a:r>
              <a:rPr lang="en-US" sz="1300" i="0">
                <a:solidFill>
                  <a:srgbClr val="EEF2FA"/>
                </a:solidFill>
                <a:latin typeface="Consolas"/>
              </a:rPr>
              <a:t>age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5</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1">
                <a:solidFill>
                  <a:srgbClr val="8FD8DB"/>
                </a:solidFill>
                <a:latin typeface="Consolas"/>
              </a:rPr>
              <a:t>// two objects, two separate sets of fields</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demos/ClassBasics.java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Notice</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new builds an object</a:t>
            </a:r>
          </a:p>
          <a:p>
            <a:pPr algn="l" marL="228600" indent="-201168">
              <a:spcAft>
                <a:spcPts val="400"/>
              </a:spcAft>
              <a:buClr>
                <a:srgbClr val="0366FF"/>
              </a:buClr>
              <a:buChar char="•"/>
            </a:pPr>
            <a:r>
              <a:rPr lang="en-US" sz="1400" b="0" i="0">
                <a:solidFill>
                  <a:srgbClr val="1B2433"/>
                </a:solidFill>
                <a:latin typeface="Poppins"/>
              </a:rPr>
              <a:t>Each object has its own fields</a:t>
            </a:r>
          </a:p>
          <a:p>
            <a:pPr algn="l" marL="228600" indent="-201168">
              <a:spcAft>
                <a:spcPts val="400"/>
              </a:spcAft>
              <a:buClr>
                <a:srgbClr val="0366FF"/>
              </a:buClr>
              <a:buChar char="•"/>
            </a:pPr>
            <a:r>
              <a:rPr lang="en-US" sz="1400" b="0" i="0">
                <a:solidFill>
                  <a:srgbClr val="1B2433"/>
                </a:solidFill>
                <a:latin typeface="Poppins"/>
              </a:rPr>
              <a:t>Dot gives access to a member</a:t>
            </a:r>
          </a:p>
          <a:p>
            <a:pPr algn="l" marL="228600" indent="-201168">
              <a:spcAft>
                <a:spcPts val="400"/>
              </a:spcAft>
              <a:buClr>
                <a:srgbClr val="0366FF"/>
              </a:buClr>
              <a:buChar char="•"/>
            </a:pPr>
            <a:r>
              <a:rPr lang="en-US" sz="1400" b="0" i="0">
                <a:solidFill>
                  <a:srgbClr val="1B2433"/>
                </a:solidFill>
                <a:latin typeface="Poppins"/>
              </a:rPr>
              <a:t>Class name starts uppercase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static: one copy for the class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Ticket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static</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issued</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0</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shared</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number</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per object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Ticket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issued</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number</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issued</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static</a:t>
            </a:r>
            <a:r>
              <a:rPr lang="en-US" sz="1300" i="0">
                <a:solidFill>
                  <a:srgbClr val="EEF2FA"/>
                </a:solidFill>
                <a:latin typeface="Consolas"/>
              </a:rPr>
              <a:t xml:space="preserve"> </a:t>
            </a:r>
            <a:r>
              <a:rPr lang="en-US" sz="1300" i="0">
                <a:solidFill>
                  <a:srgbClr val="B9A6FF"/>
                </a:solidFill>
                <a:latin typeface="Consolas"/>
              </a:rPr>
              <a:t>boolean</a:t>
            </a:r>
            <a:r>
              <a:rPr lang="en-US" sz="1300" i="0">
                <a:solidFill>
                  <a:srgbClr val="EEF2FA"/>
                </a:solidFill>
                <a:latin typeface="Consolas"/>
              </a:rPr>
              <a:t xml:space="preserve"> </a:t>
            </a:r>
            <a:r>
              <a:rPr lang="en-US" sz="1300" i="0">
                <a:solidFill>
                  <a:srgbClr val="EEF2FA"/>
                </a:solidFill>
                <a:latin typeface="Consolas"/>
              </a:rPr>
              <a:t>isValid</a:t>
            </a:r>
            <a:r>
              <a:rPr lang="en-US" sz="1300" i="0">
                <a:solidFill>
                  <a:srgbClr val="EEF2FA"/>
                </a:solidFill>
                <a:latin typeface="Consolas"/>
              </a:rPr>
              <a:t>(</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n</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EEF2FA"/>
                </a:solidFill>
                <a:latin typeface="Consolas"/>
              </a:rPr>
              <a:t>n</a:t>
            </a:r>
            <a:r>
              <a:rPr lang="en-US" sz="1300" i="0">
                <a:solidFill>
                  <a:srgbClr val="EEF2FA"/>
                </a:solidFill>
                <a:latin typeface="Consolas"/>
              </a:rPr>
              <a:t xml:space="preserve"> </a:t>
            </a:r>
            <a:r>
              <a:rPr lang="en-US" sz="1300" i="0">
                <a:solidFill>
                  <a:srgbClr val="EEF2FA"/>
                </a:solidFill>
                <a:latin typeface="Consolas"/>
              </a:rPr>
              <a:t>&gt;</a:t>
            </a:r>
            <a:r>
              <a:rPr lang="en-US" sz="1300" i="0">
                <a:solidFill>
                  <a:srgbClr val="EEF2FA"/>
                </a:solidFill>
                <a:latin typeface="Consolas"/>
              </a:rPr>
              <a:t xml:space="preserve"> </a:t>
            </a:r>
            <a:r>
              <a:rPr lang="en-US" sz="1300" i="0">
                <a:solidFill>
                  <a:srgbClr val="FFD58A"/>
                </a:solidFill>
                <a:latin typeface="Consolas"/>
              </a:rPr>
              <a:t>0</a:t>
            </a:r>
            <a:r>
              <a:rPr lang="en-US" sz="1300" i="0">
                <a:solidFill>
                  <a:srgbClr val="EEF2FA"/>
                </a:solidFill>
                <a:latin typeface="Consolas"/>
              </a:rPr>
              <a:t xml:space="preserve"> </a:t>
            </a:r>
            <a:r>
              <a:rPr lang="en-US" sz="1300" i="0">
                <a:solidFill>
                  <a:srgbClr val="EEF2FA"/>
                </a:solidFill>
                <a:latin typeface="Consolas"/>
              </a:rPr>
              <a:t>&amp;</a:t>
            </a:r>
            <a:r>
              <a:rPr lang="en-US" sz="1300" i="0">
                <a:solidFill>
                  <a:srgbClr val="EEF2FA"/>
                </a:solidFill>
                <a:latin typeface="Consolas"/>
              </a:rPr>
              <a:t>&amp;</a:t>
            </a:r>
            <a:r>
              <a:rPr lang="en-US" sz="1300" i="0">
                <a:solidFill>
                  <a:srgbClr val="EEF2FA"/>
                </a:solidFill>
                <a:latin typeface="Consolas"/>
              </a:rPr>
              <a:t xml:space="preserve"> </a:t>
            </a:r>
            <a:r>
              <a:rPr lang="en-US" sz="1300" i="0">
                <a:solidFill>
                  <a:srgbClr val="EEF2FA"/>
                </a:solidFill>
                <a:latin typeface="Consolas"/>
              </a:rPr>
              <a:t>n</a:t>
            </a:r>
            <a:r>
              <a:rPr lang="en-US" sz="1300" i="0">
                <a:solidFill>
                  <a:srgbClr val="EEF2FA"/>
                </a:solidFill>
                <a:latin typeface="Consolas"/>
              </a:rPr>
              <a:t xml:space="preserve"> </a:t>
            </a:r>
            <a:r>
              <a:rPr lang="en-US" sz="1300" i="0">
                <a:solidFill>
                  <a:srgbClr val="EEF2FA"/>
                </a:solidFill>
                <a:latin typeface="Consolas"/>
              </a:rPr>
              <a:t>&lt;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issued</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demos/ThisAndStatic.java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Rule</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static belongs to the class</a:t>
            </a:r>
          </a:p>
          <a:p>
            <a:pPr algn="l" marL="228600" indent="-201168">
              <a:spcAft>
                <a:spcPts val="400"/>
              </a:spcAft>
              <a:buClr>
                <a:srgbClr val="0366FF"/>
              </a:buClr>
              <a:buChar char="•"/>
            </a:pPr>
            <a:r>
              <a:rPr lang="en-US" sz="1400" b="0" i="0">
                <a:solidFill>
                  <a:srgbClr val="1B2433"/>
                </a:solidFill>
                <a:latin typeface="Poppins"/>
              </a:rPr>
              <a:t>Call it with the class name</a:t>
            </a:r>
          </a:p>
          <a:p>
            <a:pPr algn="l" marL="228600" indent="-201168">
              <a:spcAft>
                <a:spcPts val="400"/>
              </a:spcAft>
              <a:buClr>
                <a:srgbClr val="0366FF"/>
              </a:buClr>
              <a:buChar char="•"/>
            </a:pPr>
            <a:r>
              <a:rPr lang="en-US" sz="1400" b="0" i="0">
                <a:solidFill>
                  <a:srgbClr val="1B2433"/>
                </a:solidFill>
                <a:latin typeface="Poppins"/>
              </a:rPr>
              <a:t>Ticket.issued, Ticket.isValid(2)</a:t>
            </a:r>
          </a:p>
          <a:p>
            <a:pPr algn="l" marL="228600" indent="-201168">
              <a:spcAft>
                <a:spcPts val="400"/>
              </a:spcAft>
              <a:buClr>
                <a:srgbClr val="0366FF"/>
              </a:buClr>
              <a:buChar char="•"/>
            </a:pPr>
            <a:r>
              <a:rPr lang="en-US" sz="1400" b="0" i="0">
                <a:solidFill>
                  <a:srgbClr val="1B2433"/>
                </a:solidFill>
                <a:latin typeface="Poppins"/>
              </a:rPr>
              <a:t>main is static, so it needs objects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Predict the output</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Counter</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static</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total</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0</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mine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0</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void</a:t>
            </a:r>
            <a:r>
              <a:rPr lang="en-US" sz="1300" i="0">
                <a:solidFill>
                  <a:srgbClr val="EEF2FA"/>
                </a:solidFill>
                <a:latin typeface="Consolas"/>
              </a:rPr>
              <a:t xml:space="preserve"> </a:t>
            </a:r>
            <a:r>
              <a:rPr lang="en-US" sz="1300" i="0">
                <a:solidFill>
                  <a:srgbClr val="EEF2FA"/>
                </a:solidFill>
                <a:latin typeface="Consolas"/>
              </a:rPr>
              <a:t>hit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total</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mine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Counter</a:t>
            </a:r>
            <a:r>
              <a:rPr lang="en-US" sz="1300" i="0">
                <a:solidFill>
                  <a:srgbClr val="EEF2FA"/>
                </a:solidFill>
                <a:latin typeface="Consolas"/>
              </a:rPr>
              <a:t xml:space="preserve"> </a:t>
            </a:r>
            <a:r>
              <a:rPr lang="en-US" sz="1300" i="0">
                <a:solidFill>
                  <a:srgbClr val="EEF2FA"/>
                </a:solidFill>
                <a:latin typeface="Consolas"/>
              </a:rPr>
              <a:t>a</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Counter</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Counter</a:t>
            </a:r>
            <a:r>
              <a:rPr lang="en-US" sz="1300" i="0">
                <a:solidFill>
                  <a:srgbClr val="EEF2FA"/>
                </a:solidFill>
                <a:latin typeface="Consolas"/>
              </a:rPr>
              <a:t xml:space="preserve"> </a:t>
            </a:r>
            <a:r>
              <a:rPr lang="en-US" sz="1300" i="0">
                <a:solidFill>
                  <a:srgbClr val="EEF2FA"/>
                </a:solidFill>
                <a:latin typeface="Consolas"/>
              </a:rPr>
              <a:t>b</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Counter</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a:t>
            </a:r>
            <a:r>
              <a:rPr lang="en-US" sz="1300" i="0">
                <a:solidFill>
                  <a:srgbClr val="EEF2FA"/>
                </a:solidFill>
                <a:latin typeface="Consolas"/>
              </a:rPr>
              <a:t>.</a:t>
            </a:r>
            <a:r>
              <a:rPr lang="en-US" sz="1300" i="0">
                <a:solidFill>
                  <a:srgbClr val="EEF2FA"/>
                </a:solidFill>
                <a:latin typeface="Consolas"/>
              </a:rPr>
              <a:t>hit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a:t>
            </a:r>
            <a:r>
              <a:rPr lang="en-US" sz="1300" i="0">
                <a:solidFill>
                  <a:srgbClr val="EEF2FA"/>
                </a:solidFill>
                <a:latin typeface="Consolas"/>
              </a:rPr>
              <a:t>.</a:t>
            </a:r>
            <a:r>
              <a:rPr lang="en-US" sz="1300" i="0">
                <a:solidFill>
                  <a:srgbClr val="EEF2FA"/>
                </a:solidFill>
                <a:latin typeface="Consolas"/>
              </a:rPr>
              <a:t>hit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b</a:t>
            </a:r>
            <a:r>
              <a:rPr lang="en-US" sz="1300" i="0">
                <a:solidFill>
                  <a:srgbClr val="EEF2FA"/>
                </a:solidFill>
                <a:latin typeface="Consolas"/>
              </a:rPr>
              <a:t>.</a:t>
            </a:r>
            <a:r>
              <a:rPr lang="en-US" sz="1300" i="0">
                <a:solidFill>
                  <a:srgbClr val="EEF2FA"/>
                </a:solidFill>
                <a:latin typeface="Consolas"/>
              </a:rPr>
              <a:t>hit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a</a:t>
            </a:r>
            <a:r>
              <a:rPr lang="en-US" sz="1300" i="0">
                <a:solidFill>
                  <a:srgbClr val="EEF2FA"/>
                </a:solidFill>
                <a:latin typeface="Consolas"/>
              </a:rPr>
              <a:t>.</a:t>
            </a:r>
            <a:r>
              <a:rPr lang="en-US" sz="1300" i="0">
                <a:solidFill>
                  <a:srgbClr val="EEF2FA"/>
                </a:solidFill>
                <a:latin typeface="Consolas"/>
              </a:rPr>
              <a:t>mine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 "</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b</a:t>
            </a:r>
            <a:r>
              <a:rPr lang="en-US" sz="1300" i="0">
                <a:solidFill>
                  <a:srgbClr val="EEF2FA"/>
                </a:solidFill>
                <a:latin typeface="Consolas"/>
              </a:rPr>
              <a:t>.</a:t>
            </a:r>
            <a:r>
              <a:rPr lang="en-US" sz="1300" i="0">
                <a:solidFill>
                  <a:srgbClr val="EEF2FA"/>
                </a:solidFill>
                <a:latin typeface="Consolas"/>
              </a:rPr>
              <a:t>mine</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B9A6FF"/>
                </a:solidFill>
                <a:latin typeface="Consolas"/>
              </a:rPr>
              <a:t>Counter</a:t>
            </a:r>
            <a:r>
              <a:rPr lang="en-US" sz="1300" i="0">
                <a:solidFill>
                  <a:srgbClr val="EEF2FA"/>
                </a:solidFill>
                <a:latin typeface="Consolas"/>
              </a:rPr>
              <a:t>.</a:t>
            </a:r>
            <a:r>
              <a:rPr lang="en-US" sz="1300" i="0">
                <a:solidFill>
                  <a:srgbClr val="EEF2FA"/>
                </a:solidFill>
                <a:latin typeface="Consolas"/>
              </a:rPr>
              <a:t>total</a:t>
            </a:r>
            <a:r>
              <a:rPr lang="en-US" sz="1300" i="0">
                <a:solidFill>
                  <a:srgbClr val="EEF2FA"/>
                </a:solidFill>
                <a:latin typeface="Consolas"/>
              </a:rPr>
              <a:t>)</a:t>
            </a: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Write your answers before running</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Your turn</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Draw both objects</a:t>
            </a:r>
          </a:p>
          <a:p>
            <a:pPr algn="l" marL="228600" indent="-201168">
              <a:spcAft>
                <a:spcPts val="400"/>
              </a:spcAft>
              <a:buClr>
                <a:srgbClr val="0366FF"/>
              </a:buClr>
              <a:buChar char="•"/>
            </a:pPr>
            <a:r>
              <a:rPr lang="en-US" sz="1400" b="0" i="0">
                <a:solidFill>
                  <a:srgbClr val="1B2433"/>
                </a:solidFill>
                <a:latin typeface="Poppins"/>
              </a:rPr>
              <a:t>Which fields are per object?</a:t>
            </a:r>
          </a:p>
          <a:p>
            <a:pPr algn="l" marL="228600" indent="-201168">
              <a:spcAft>
                <a:spcPts val="400"/>
              </a:spcAft>
              <a:buClr>
                <a:srgbClr val="0366FF"/>
              </a:buClr>
              <a:buChar char="•"/>
            </a:pPr>
            <a:r>
              <a:rPr lang="en-US" sz="1400" b="0" i="0">
                <a:solidFill>
                  <a:srgbClr val="1B2433"/>
                </a:solidFill>
                <a:latin typeface="Poppins"/>
              </a:rPr>
              <a:t>Compare with a neighbor</a:t>
            </a:r>
          </a:p>
          <a:p>
            <a:pPr algn="l" marL="228600" indent="-201168">
              <a:spcAft>
                <a:spcPts val="400"/>
              </a:spcAft>
              <a:buClr>
                <a:srgbClr val="0366FF"/>
              </a:buClr>
              <a:buChar char="•"/>
            </a:pPr>
            <a:r>
              <a:rPr lang="en-US" sz="1400" b="0" i="0">
                <a:solidFill>
                  <a:srgbClr val="1B2433"/>
                </a:solidFill>
                <a:latin typeface="Poppins"/>
              </a:rPr>
              <a:t>Then we run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Stack and heap</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02</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What a variable really holds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References and copies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a</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5</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b</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b</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99</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a</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5</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Box</a:t>
            </a:r>
            <a:r>
              <a:rPr lang="en-US" sz="1300" i="0">
                <a:solidFill>
                  <a:srgbClr val="EEF2FA"/>
                </a:solidFill>
                <a:latin typeface="Consolas"/>
              </a:rPr>
              <a:t xml:space="preserve"> </a:t>
            </a:r>
            <a:r>
              <a:rPr lang="en-US" sz="1300" i="0">
                <a:solidFill>
                  <a:srgbClr val="EEF2FA"/>
                </a:solidFill>
                <a:latin typeface="Consolas"/>
              </a:rPr>
              <a:t>x</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Box</a:t>
            </a:r>
            <a:r>
              <a:rPr lang="en-US" sz="1300" i="0">
                <a:solidFill>
                  <a:srgbClr val="EEF2FA"/>
                </a:solidFill>
                <a:latin typeface="Consolas"/>
              </a:rPr>
              <a:t>(</a:t>
            </a:r>
            <a:r>
              <a:rPr lang="en-US" sz="1300" i="0">
                <a:solidFill>
                  <a:srgbClr val="FFD58A"/>
                </a:solidFill>
                <a:latin typeface="Consolas"/>
              </a:rPr>
              <a:t>10</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Box</a:t>
            </a:r>
            <a:r>
              <a:rPr lang="en-US" sz="1300" i="0">
                <a:solidFill>
                  <a:srgbClr val="EEF2FA"/>
                </a:solidFill>
                <a:latin typeface="Consolas"/>
              </a:rPr>
              <a:t xml:space="preserve"> </a:t>
            </a:r>
            <a:r>
              <a:rPr lang="en-US" sz="1300" i="0">
                <a:solidFill>
                  <a:srgbClr val="EEF2FA"/>
                </a:solidFill>
                <a:latin typeface="Consolas"/>
              </a:rPr>
              <a:t>y</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x</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same object!</a:t>
            </a:r>
          </a:p>
          <a:p>
            <a:pPr algn="l">
              <a:lnSpc>
                <a:spcPct val="105000"/>
              </a:lnSpc>
              <a:spcAft>
                <a:spcPts val="0"/>
              </a:spcAft>
            </a:pPr>
            <a:r>
              <a:rPr lang="en-US" sz="1300" i="0">
                <a:solidFill>
                  <a:srgbClr val="EEF2FA"/>
                </a:solidFill>
                <a:latin typeface="Consolas"/>
              </a:rPr>
              <a:t>y</a:t>
            </a:r>
            <a:r>
              <a:rPr lang="en-US" sz="1300" i="0">
                <a:solidFill>
                  <a:srgbClr val="EEF2FA"/>
                </a:solidFill>
                <a:latin typeface="Consolas"/>
              </a:rPr>
              <a:t>.</a:t>
            </a:r>
            <a:r>
              <a:rPr lang="en-US" sz="1300" i="0">
                <a:solidFill>
                  <a:srgbClr val="EEF2FA"/>
                </a:solidFill>
                <a:latin typeface="Consolas"/>
              </a:rPr>
              <a:t>size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99</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x</a:t>
            </a:r>
            <a:r>
              <a:rPr lang="en-US" sz="1300" i="0">
                <a:solidFill>
                  <a:srgbClr val="EEF2FA"/>
                </a:solidFill>
                <a:latin typeface="Consolas"/>
              </a:rPr>
              <a:t>.</a:t>
            </a:r>
            <a:r>
              <a:rPr lang="en-US" sz="1300" i="0">
                <a:solidFill>
                  <a:srgbClr val="EEF2FA"/>
                </a:solidFill>
                <a:latin typeface="Consolas"/>
              </a:rPr>
              <a:t>size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99</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1">
                <a:solidFill>
                  <a:srgbClr val="8FD8DB"/>
                </a:solidFill>
                <a:latin typeface="Consolas"/>
              </a:rPr>
              <a:t>// primitives: the value is the variable</a:t>
            </a:r>
          </a:p>
          <a:p>
            <a:pPr algn="l">
              <a:lnSpc>
                <a:spcPct val="105000"/>
              </a:lnSpc>
              <a:spcAft>
                <a:spcPts val="0"/>
              </a:spcAft>
            </a:pPr>
            <a:r>
              <a:rPr lang="en-US" sz="1300" i="1">
                <a:solidFill>
                  <a:srgbClr val="8FD8DB"/>
                </a:solidFill>
                <a:latin typeface="Consolas"/>
              </a:rPr>
              <a:t>// objects: the variable is an arrow to the object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demos/StackHeap.java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Draw it</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Stack: local variables</a:t>
            </a:r>
          </a:p>
          <a:p>
            <a:pPr algn="l" marL="228600" indent="-201168">
              <a:spcAft>
                <a:spcPts val="400"/>
              </a:spcAft>
              <a:buClr>
                <a:srgbClr val="0366FF"/>
              </a:buClr>
              <a:buChar char="•"/>
            </a:pPr>
            <a:r>
              <a:rPr lang="en-US" sz="1400" b="0" i="0">
                <a:solidFill>
                  <a:srgbClr val="1B2433"/>
                </a:solidFill>
                <a:latin typeface="Poppins"/>
              </a:rPr>
              <a:t>Heap: objects made by new</a:t>
            </a:r>
          </a:p>
          <a:p>
            <a:pPr algn="l" marL="228600" indent="-201168">
              <a:spcAft>
                <a:spcPts val="400"/>
              </a:spcAft>
              <a:buClr>
                <a:srgbClr val="0366FF"/>
              </a:buClr>
              <a:buChar char="•"/>
            </a:pPr>
            <a:r>
              <a:rPr lang="en-US" sz="1400" b="0" i="0">
                <a:solidFill>
                  <a:srgbClr val="1B2433"/>
                </a:solidFill>
                <a:latin typeface="Poppins"/>
              </a:rPr>
              <a:t>A reference is an arrow</a:t>
            </a:r>
          </a:p>
          <a:p>
            <a:pPr algn="l" marL="228600" indent="-201168">
              <a:spcAft>
                <a:spcPts val="400"/>
              </a:spcAft>
              <a:buClr>
                <a:srgbClr val="0366FF"/>
              </a:buClr>
              <a:buChar char="•"/>
            </a:pPr>
            <a:r>
              <a:rPr lang="en-US" sz="1400" b="0" i="0">
                <a:solidFill>
                  <a:srgbClr val="1B2433"/>
                </a:solidFill>
                <a:latin typeface="Poppins"/>
              </a:rPr>
              <a:t>y = x copies the arrow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 versus equals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Box</a:t>
            </a:r>
            <a:r>
              <a:rPr lang="en-US" sz="1300" i="0">
                <a:solidFill>
                  <a:srgbClr val="EEF2FA"/>
                </a:solidFill>
                <a:latin typeface="Consolas"/>
              </a:rPr>
              <a:t xml:space="preserve"> </a:t>
            </a:r>
            <a:r>
              <a:rPr lang="en-US" sz="1300" i="0">
                <a:solidFill>
                  <a:srgbClr val="EEF2FA"/>
                </a:solidFill>
                <a:latin typeface="Consolas"/>
              </a:rPr>
              <a:t>p</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Box</a:t>
            </a:r>
            <a:r>
              <a:rPr lang="en-US" sz="1300" i="0">
                <a:solidFill>
                  <a:srgbClr val="EEF2FA"/>
                </a:solidFill>
                <a:latin typeface="Consolas"/>
              </a:rPr>
              <a:t>(</a:t>
            </a:r>
            <a:r>
              <a:rPr lang="en-US" sz="1300" i="0">
                <a:solidFill>
                  <a:srgbClr val="FFD58A"/>
                </a:solidFill>
                <a:latin typeface="Consolas"/>
              </a:rPr>
              <a:t>7</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Box</a:t>
            </a:r>
            <a:r>
              <a:rPr lang="en-US" sz="1300" i="0">
                <a:solidFill>
                  <a:srgbClr val="EEF2FA"/>
                </a:solidFill>
                <a:latin typeface="Consolas"/>
              </a:rPr>
              <a:t xml:space="preserve"> </a:t>
            </a:r>
            <a:r>
              <a:rPr lang="en-US" sz="1300" i="0">
                <a:solidFill>
                  <a:srgbClr val="EEF2FA"/>
                </a:solidFill>
                <a:latin typeface="Consolas"/>
              </a:rPr>
              <a:t>q</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Box</a:t>
            </a:r>
            <a:r>
              <a:rPr lang="en-US" sz="1300" i="0">
                <a:solidFill>
                  <a:srgbClr val="EEF2FA"/>
                </a:solidFill>
                <a:latin typeface="Consolas"/>
              </a:rPr>
              <a:t>(</a:t>
            </a:r>
            <a:r>
              <a:rPr lang="en-US" sz="1300" i="0">
                <a:solidFill>
                  <a:srgbClr val="FFD58A"/>
                </a:solidFill>
                <a:latin typeface="Consolas"/>
              </a:rPr>
              <a:t>7</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p</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q</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false</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p</a:t>
            </a:r>
            <a:r>
              <a:rPr lang="en-US" sz="1300" i="0">
                <a:solidFill>
                  <a:srgbClr val="EEF2FA"/>
                </a:solidFill>
                <a:latin typeface="Consolas"/>
              </a:rPr>
              <a:t>.</a:t>
            </a:r>
            <a:r>
              <a:rPr lang="en-US" sz="1300" i="0">
                <a:solidFill>
                  <a:srgbClr val="EEF2FA"/>
                </a:solidFill>
                <a:latin typeface="Consolas"/>
              </a:rPr>
              <a:t>equals</a:t>
            </a:r>
            <a:r>
              <a:rPr lang="en-US" sz="1300" i="0">
                <a:solidFill>
                  <a:srgbClr val="EEF2FA"/>
                </a:solidFill>
                <a:latin typeface="Consolas"/>
              </a:rPr>
              <a:t>(</a:t>
            </a:r>
            <a:r>
              <a:rPr lang="en-US" sz="1300" i="0">
                <a:solidFill>
                  <a:srgbClr val="EEF2FA"/>
                </a:solidFill>
                <a:latin typeface="Consolas"/>
              </a:rPr>
              <a:t>q</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false for now</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s1</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a:t>
            </a:r>
            <a:r>
              <a:rPr lang="en-US" sz="1300" i="0">
                <a:solidFill>
                  <a:srgbClr val="9EF0C9"/>
                </a:solidFill>
                <a:latin typeface="Consolas"/>
              </a:rPr>
              <a:t>"hi"</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s2</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a:t>
            </a:r>
            <a:r>
              <a:rPr lang="en-US" sz="1300" i="0">
                <a:solidFill>
                  <a:srgbClr val="9EF0C9"/>
                </a:solidFill>
                <a:latin typeface="Consolas"/>
              </a:rPr>
              <a:t>"hi"</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s1</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s2</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false</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s1</a:t>
            </a:r>
            <a:r>
              <a:rPr lang="en-US" sz="1300" i="0">
                <a:solidFill>
                  <a:srgbClr val="EEF2FA"/>
                </a:solidFill>
                <a:latin typeface="Consolas"/>
              </a:rPr>
              <a:t>.</a:t>
            </a:r>
            <a:r>
              <a:rPr lang="en-US" sz="1300" i="0">
                <a:solidFill>
                  <a:srgbClr val="EEF2FA"/>
                </a:solidFill>
                <a:latin typeface="Consolas"/>
              </a:rPr>
              <a:t>equals</a:t>
            </a:r>
            <a:r>
              <a:rPr lang="en-US" sz="1300" i="0">
                <a:solidFill>
                  <a:srgbClr val="EEF2FA"/>
                </a:solidFill>
                <a:latin typeface="Consolas"/>
              </a:rPr>
              <a:t>(</a:t>
            </a:r>
            <a:r>
              <a:rPr lang="en-US" sz="1300" i="0">
                <a:solidFill>
                  <a:srgbClr val="EEF2FA"/>
                </a:solidFill>
                <a:latin typeface="Consolas"/>
              </a:rPr>
              <a:t>s2</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1">
                <a:solidFill>
                  <a:srgbClr val="8FD8DB"/>
                </a:solidFill>
                <a:latin typeface="Consolas"/>
              </a:rPr>
              <a:t>// true</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1">
                <a:solidFill>
                  <a:srgbClr val="8FD8DB"/>
                </a:solidFill>
                <a:latin typeface="Consolas"/>
              </a:rPr>
              <a:t>// == asks: same object?</a:t>
            </a:r>
          </a:p>
          <a:p>
            <a:pPr algn="l">
              <a:lnSpc>
                <a:spcPct val="105000"/>
              </a:lnSpc>
              <a:spcAft>
                <a:spcPts val="0"/>
              </a:spcAft>
            </a:pPr>
            <a:r>
              <a:rPr lang="en-US" sz="1300" i="1">
                <a:solidFill>
                  <a:srgbClr val="8FD8DB"/>
                </a:solidFill>
                <a:latin typeface="Consolas"/>
              </a:rPr>
              <a:t>// equals asks: same content? (if written)</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demos/StackHeap.java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Rule</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 compares the arrows</a:t>
            </a:r>
          </a:p>
          <a:p>
            <a:pPr algn="l" marL="228600" indent="-201168">
              <a:spcAft>
                <a:spcPts val="400"/>
              </a:spcAft>
              <a:buClr>
                <a:srgbClr val="0366FF"/>
              </a:buClr>
              <a:buChar char="•"/>
            </a:pPr>
            <a:r>
              <a:rPr lang="en-US" sz="1400" b="0" i="0">
                <a:solidFill>
                  <a:srgbClr val="1B2433"/>
                </a:solidFill>
                <a:latin typeface="Poppins"/>
              </a:rPr>
              <a:t>equals compares the content</a:t>
            </a:r>
          </a:p>
          <a:p>
            <a:pPr algn="l" marL="228600" indent="-201168">
              <a:spcAft>
                <a:spcPts val="400"/>
              </a:spcAft>
              <a:buClr>
                <a:srgbClr val="0366FF"/>
              </a:buClr>
              <a:buChar char="•"/>
            </a:pPr>
            <a:r>
              <a:rPr lang="en-US" sz="1400" b="0" i="0">
                <a:solidFill>
                  <a:srgbClr val="1B2433"/>
                </a:solidFill>
                <a:latin typeface="Poppins"/>
              </a:rPr>
              <a:t>String already overrides equals</a:t>
            </a:r>
          </a:p>
          <a:p>
            <a:pPr algn="l" marL="228600" indent="-201168">
              <a:spcAft>
                <a:spcPts val="400"/>
              </a:spcAft>
              <a:buClr>
                <a:srgbClr val="0366FF"/>
              </a:buClr>
              <a:buChar char="•"/>
            </a:pPr>
            <a:r>
              <a:rPr lang="en-US" sz="1400" b="0" i="0">
                <a:solidFill>
                  <a:srgbClr val="1B2433"/>
                </a:solidFill>
                <a:latin typeface="Poppins"/>
              </a:rPr>
              <a:t>Our classes need their 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null and NullPointerException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Box</a:t>
            </a:r>
            <a:r>
              <a:rPr lang="en-US" sz="1300" i="0">
                <a:solidFill>
                  <a:srgbClr val="EEF2FA"/>
                </a:solidFill>
                <a:latin typeface="Consolas"/>
              </a:rPr>
              <a:t xml:space="preserve"> </a:t>
            </a:r>
            <a:r>
              <a:rPr lang="en-US" sz="1300" i="0">
                <a:solidFill>
                  <a:srgbClr val="EEF2FA"/>
                </a:solidFill>
                <a:latin typeface="Consolas"/>
              </a:rPr>
              <a:t>none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null</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an arrow to nothing</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none</a:t>
            </a:r>
            <a:r>
              <a:rPr lang="en-US" sz="1300" i="0">
                <a:solidFill>
                  <a:srgbClr val="EEF2FA"/>
                </a:solidFill>
                <a:latin typeface="Consolas"/>
              </a:rPr>
              <a:t>.</a:t>
            </a:r>
            <a:r>
              <a:rPr lang="en-US" sz="1300" i="0">
                <a:solidFill>
                  <a:srgbClr val="EEF2FA"/>
                </a:solidFill>
                <a:latin typeface="Consolas"/>
              </a:rPr>
              <a:t>size</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1">
                <a:solidFill>
                  <a:srgbClr val="8FD8DB"/>
                </a:solidFill>
                <a:latin typeface="Consolas"/>
              </a:rPr>
              <a:t>// NullPointerException</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Pet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pets</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Pet</a:t>
            </a:r>
            <a:r>
              <a:rPr lang="en-US" sz="1300" i="0">
                <a:solidFill>
                  <a:srgbClr val="EEF2FA"/>
                </a:solidFill>
                <a:latin typeface="Consolas"/>
              </a:rPr>
              <a:t>[</a:t>
            </a:r>
            <a:r>
              <a:rPr lang="en-US" sz="1300" i="0">
                <a:solidFill>
                  <a:srgbClr val="FFD58A"/>
                </a:solidFill>
                <a:latin typeface="Consolas"/>
              </a:rPr>
              <a:t>3</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pets</a:t>
            </a:r>
            <a:r>
              <a:rPr lang="en-US" sz="1300" i="0">
                <a:solidFill>
                  <a:srgbClr val="EEF2FA"/>
                </a:solidFill>
                <a:latin typeface="Consolas"/>
              </a:rPr>
              <a:t>[</a:t>
            </a:r>
            <a:r>
              <a:rPr lang="en-US" sz="1300" i="0">
                <a:solidFill>
                  <a:srgbClr val="FFD58A"/>
                </a:solidFill>
                <a:latin typeface="Consolas"/>
              </a:rPr>
              <a:t>0</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null</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pets</a:t>
            </a:r>
            <a:r>
              <a:rPr lang="en-US" sz="1300" i="0">
                <a:solidFill>
                  <a:srgbClr val="EEF2FA"/>
                </a:solidFill>
                <a:latin typeface="Consolas"/>
              </a:rPr>
              <a:t>[</a:t>
            </a:r>
            <a:r>
              <a:rPr lang="en-US" sz="1300" i="0">
                <a:solidFill>
                  <a:srgbClr val="FFD58A"/>
                </a:solidFill>
                <a:latin typeface="Consolas"/>
              </a:rPr>
              <a:t>0</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crash</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if</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pets</a:t>
            </a:r>
            <a:r>
              <a:rPr lang="en-US" sz="1300" i="0">
                <a:solidFill>
                  <a:srgbClr val="EEF2FA"/>
                </a:solidFill>
                <a:latin typeface="Consolas"/>
              </a:rPr>
              <a:t>[</a:t>
            </a:r>
            <a:r>
              <a:rPr lang="en-US" sz="1300" i="0">
                <a:solidFill>
                  <a:srgbClr val="FFD58A"/>
                </a:solidFill>
                <a:latin typeface="Consolas"/>
              </a:rPr>
              <a:t>0</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null</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pets</a:t>
            </a:r>
            <a:r>
              <a:rPr lang="en-US" sz="1300" i="0">
                <a:solidFill>
                  <a:srgbClr val="EEF2FA"/>
                </a:solidFill>
                <a:latin typeface="Consolas"/>
              </a:rPr>
              <a:t>[</a:t>
            </a:r>
            <a:r>
              <a:rPr lang="en-US" sz="1300" i="0">
                <a:solidFill>
                  <a:srgbClr val="FFD58A"/>
                </a:solidFill>
                <a:latin typeface="Consolas"/>
              </a:rPr>
              <a:t>0</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demos/StackHeap.java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Remember</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null: no object there</a:t>
            </a:r>
          </a:p>
          <a:p>
            <a:pPr algn="l" marL="228600" indent="-201168">
              <a:spcAft>
                <a:spcPts val="400"/>
              </a:spcAft>
              <a:buClr>
                <a:srgbClr val="0366FF"/>
              </a:buClr>
              <a:buChar char="•"/>
            </a:pPr>
            <a:r>
              <a:rPr lang="en-US" sz="1400" b="0" i="0">
                <a:solidFill>
                  <a:srgbClr val="1B2433"/>
                </a:solidFill>
                <a:latin typeface="Poppins"/>
              </a:rPr>
              <a:t>Calling a method on null crashes</a:t>
            </a:r>
          </a:p>
          <a:p>
            <a:pPr algn="l" marL="228600" indent="-201168">
              <a:spcAft>
                <a:spcPts val="400"/>
              </a:spcAft>
              <a:buClr>
                <a:srgbClr val="0366FF"/>
              </a:buClr>
              <a:buChar char="•"/>
            </a:pPr>
            <a:r>
              <a:rPr lang="en-US" sz="1400" b="0" i="0">
                <a:solidFill>
                  <a:srgbClr val="1B2433"/>
                </a:solidFill>
                <a:latin typeface="Poppins"/>
              </a:rPr>
              <a:t>New object array: all null</a:t>
            </a:r>
          </a:p>
          <a:p>
            <a:pPr algn="l" marL="228600" indent="-201168">
              <a:spcAft>
                <a:spcPts val="400"/>
              </a:spcAft>
              <a:buClr>
                <a:srgbClr val="0366FF"/>
              </a:buClr>
              <a:buChar char="•"/>
            </a:pPr>
            <a:r>
              <a:rPr lang="en-US" sz="1400" b="0" i="0">
                <a:solidFill>
                  <a:srgbClr val="1B2433"/>
                </a:solidFill>
                <a:latin typeface="Poppins"/>
              </a:rPr>
              <a:t>Check before you use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Encapsulation</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03</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The object protects its own rules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private and validated setters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Thermostat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private</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target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20</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public</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getTarget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EEF2FA"/>
                </a:solidFill>
                <a:latin typeface="Consolas"/>
              </a:rPr>
              <a:t>target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public</a:t>
            </a:r>
            <a:r>
              <a:rPr lang="en-US" sz="1300" i="0">
                <a:solidFill>
                  <a:srgbClr val="EEF2FA"/>
                </a:solidFill>
                <a:latin typeface="Consolas"/>
              </a:rPr>
              <a:t xml:space="preserve"> </a:t>
            </a:r>
            <a:r>
              <a:rPr lang="en-US" sz="1300" i="0">
                <a:solidFill>
                  <a:srgbClr val="B9A6FF"/>
                </a:solidFill>
                <a:latin typeface="Consolas"/>
              </a:rPr>
              <a:t>void</a:t>
            </a:r>
            <a:r>
              <a:rPr lang="en-US" sz="1300" i="0">
                <a:solidFill>
                  <a:srgbClr val="EEF2FA"/>
                </a:solidFill>
                <a:latin typeface="Consolas"/>
              </a:rPr>
              <a:t xml:space="preserve"> </a:t>
            </a:r>
            <a:r>
              <a:rPr lang="en-US" sz="1300" i="0">
                <a:solidFill>
                  <a:srgbClr val="EEF2FA"/>
                </a:solidFill>
                <a:latin typeface="Consolas"/>
              </a:rPr>
              <a:t>setTarget</a:t>
            </a:r>
            <a:r>
              <a:rPr lang="en-US" sz="1300" i="0">
                <a:solidFill>
                  <a:srgbClr val="EEF2FA"/>
                </a:solidFill>
                <a:latin typeface="Consolas"/>
              </a:rPr>
              <a:t>(</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value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if</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value</a:t>
            </a:r>
            <a:r>
              <a:rPr lang="en-US" sz="1300" i="0">
                <a:solidFill>
                  <a:srgbClr val="EEF2FA"/>
                </a:solidFill>
                <a:latin typeface="Consolas"/>
              </a:rPr>
              <a:t xml:space="preserve"> </a:t>
            </a:r>
            <a:r>
              <a:rPr lang="en-US" sz="1300" i="0">
                <a:solidFill>
                  <a:srgbClr val="EEF2FA"/>
                </a:solidFill>
                <a:latin typeface="Consolas"/>
              </a:rPr>
              <a:t>&lt;</a:t>
            </a:r>
            <a:r>
              <a:rPr lang="en-US" sz="1300" i="0">
                <a:solidFill>
                  <a:srgbClr val="EEF2FA"/>
                </a:solidFill>
                <a:latin typeface="Consolas"/>
              </a:rPr>
              <a:t xml:space="preserve"> </a:t>
            </a:r>
            <a:r>
              <a:rPr lang="en-US" sz="1300" i="0">
                <a:solidFill>
                  <a:srgbClr val="FFD58A"/>
                </a:solidFill>
                <a:latin typeface="Consolas"/>
              </a:rPr>
              <a:t>10</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value</a:t>
            </a:r>
            <a:r>
              <a:rPr lang="en-US" sz="1300" i="0">
                <a:solidFill>
                  <a:srgbClr val="EEF2FA"/>
                </a:solidFill>
                <a:latin typeface="Consolas"/>
              </a:rPr>
              <a:t xml:space="preserve"> </a:t>
            </a:r>
            <a:r>
              <a:rPr lang="en-US" sz="1300" i="0">
                <a:solidFill>
                  <a:srgbClr val="EEF2FA"/>
                </a:solidFill>
                <a:latin typeface="Consolas"/>
              </a:rPr>
              <a:t>&gt;</a:t>
            </a:r>
            <a:r>
              <a:rPr lang="en-US" sz="1300" i="0">
                <a:solidFill>
                  <a:srgbClr val="EEF2FA"/>
                </a:solidFill>
                <a:latin typeface="Consolas"/>
              </a:rPr>
              <a:t xml:space="preserve"> </a:t>
            </a:r>
            <a:r>
              <a:rPr lang="en-US" sz="1300" i="0">
                <a:solidFill>
                  <a:srgbClr val="FFD58A"/>
                </a:solidFill>
                <a:latin typeface="Consolas"/>
              </a:rPr>
              <a:t>30</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reject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target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value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demos/Encapsulation.java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Rule</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Fields private, always</a:t>
            </a:r>
          </a:p>
          <a:p>
            <a:pPr algn="l" marL="228600" indent="-201168">
              <a:spcAft>
                <a:spcPts val="400"/>
              </a:spcAft>
              <a:buClr>
                <a:srgbClr val="0366FF"/>
              </a:buClr>
              <a:buChar char="•"/>
            </a:pPr>
            <a:r>
              <a:rPr lang="en-US" sz="1400" b="0" i="0">
                <a:solidFill>
                  <a:srgbClr val="1B2433"/>
                </a:solidFill>
                <a:latin typeface="Poppins"/>
              </a:rPr>
              <a:t>Getter reads, setter changes</a:t>
            </a:r>
          </a:p>
          <a:p>
            <a:pPr algn="l" marL="228600" indent="-201168">
              <a:spcAft>
                <a:spcPts val="400"/>
              </a:spcAft>
              <a:buClr>
                <a:srgbClr val="0366FF"/>
              </a:buClr>
              <a:buChar char="•"/>
            </a:pPr>
            <a:r>
              <a:rPr lang="en-US" sz="1400" b="0" i="0">
                <a:solidFill>
                  <a:srgbClr val="1B2433"/>
                </a:solidFill>
                <a:latin typeface="Poppins"/>
              </a:rPr>
              <a:t>The setter holds the rules</a:t>
            </a:r>
          </a:p>
          <a:p>
            <a:pPr algn="l" marL="228600" indent="-201168">
              <a:spcAft>
                <a:spcPts val="400"/>
              </a:spcAft>
              <a:buClr>
                <a:srgbClr val="0366FF"/>
              </a:buClr>
              <a:buChar char="•"/>
            </a:pPr>
            <a:r>
              <a:rPr lang="en-US" sz="1400" b="0" i="0">
                <a:solidFill>
                  <a:srgbClr val="1B2433"/>
                </a:solidFill>
                <a:latin typeface="Poppins"/>
              </a:rPr>
              <a:t>Outside code cannot cheat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toString, equals, hashCode</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EEF2FA"/>
                </a:solidFill>
                <a:latin typeface="Consolas"/>
              </a:rPr>
              <a:t>@</a:t>
            </a:r>
            <a:r>
              <a:rPr lang="en-US" sz="1300" i="0">
                <a:solidFill>
                  <a:srgbClr val="B9A6FF"/>
                </a:solidFill>
                <a:latin typeface="Consolas"/>
              </a:rPr>
              <a:t>Override</a:t>
            </a:r>
          </a:p>
          <a:p>
            <a:pPr algn="l">
              <a:lnSpc>
                <a:spcPct val="105000"/>
              </a:lnSpc>
              <a:spcAft>
                <a:spcPts val="0"/>
              </a:spcAft>
            </a:pPr>
            <a:r>
              <a:rPr lang="en-US" sz="1300" i="0">
                <a:solidFill>
                  <a:srgbClr val="B9A6FF"/>
                </a:solidFill>
                <a:latin typeface="Consolas"/>
              </a:rPr>
              <a:t>public</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toString</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9EF0C9"/>
                </a:solidFill>
                <a:latin typeface="Consolas"/>
              </a:rPr>
              <a:t>"Point("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x</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 "</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y</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a:t>
            </a:r>
            <a:r>
              <a:rPr lang="en-US" sz="1300" i="0">
                <a:solidFill>
                  <a:srgbClr val="B9A6FF"/>
                </a:solidFill>
                <a:latin typeface="Consolas"/>
              </a:rPr>
              <a:t>Override</a:t>
            </a:r>
          </a:p>
          <a:p>
            <a:pPr algn="l">
              <a:lnSpc>
                <a:spcPct val="105000"/>
              </a:lnSpc>
              <a:spcAft>
                <a:spcPts val="0"/>
              </a:spcAft>
            </a:pPr>
            <a:r>
              <a:rPr lang="en-US" sz="1300" i="0">
                <a:solidFill>
                  <a:srgbClr val="B9A6FF"/>
                </a:solidFill>
                <a:latin typeface="Consolas"/>
              </a:rPr>
              <a:t>public</a:t>
            </a:r>
            <a:r>
              <a:rPr lang="en-US" sz="1300" i="0">
                <a:solidFill>
                  <a:srgbClr val="EEF2FA"/>
                </a:solidFill>
                <a:latin typeface="Consolas"/>
              </a:rPr>
              <a:t xml:space="preserve"> </a:t>
            </a:r>
            <a:r>
              <a:rPr lang="en-US" sz="1300" i="0">
                <a:solidFill>
                  <a:srgbClr val="B9A6FF"/>
                </a:solidFill>
                <a:latin typeface="Consolas"/>
              </a:rPr>
              <a:t>boolean</a:t>
            </a:r>
            <a:r>
              <a:rPr lang="en-US" sz="1300" i="0">
                <a:solidFill>
                  <a:srgbClr val="EEF2FA"/>
                </a:solidFill>
                <a:latin typeface="Consolas"/>
              </a:rPr>
              <a:t xml:space="preserve"> </a:t>
            </a:r>
            <a:r>
              <a:rPr lang="en-US" sz="1300" i="0">
                <a:solidFill>
                  <a:srgbClr val="EEF2FA"/>
                </a:solidFill>
                <a:latin typeface="Consolas"/>
              </a:rPr>
              <a:t>equals</a:t>
            </a:r>
            <a:r>
              <a:rPr lang="en-US" sz="1300" i="0">
                <a:solidFill>
                  <a:srgbClr val="EEF2FA"/>
                </a:solidFill>
                <a:latin typeface="Consolas"/>
              </a:rPr>
              <a:t>(</a:t>
            </a:r>
            <a:r>
              <a:rPr lang="en-US" sz="1300" i="0">
                <a:solidFill>
                  <a:srgbClr val="B9A6FF"/>
                </a:solidFill>
                <a:latin typeface="Consolas"/>
              </a:rPr>
              <a:t>Object</a:t>
            </a:r>
            <a:r>
              <a:rPr lang="en-US" sz="1300" i="0">
                <a:solidFill>
                  <a:srgbClr val="EEF2FA"/>
                </a:solidFill>
                <a:latin typeface="Consolas"/>
              </a:rPr>
              <a:t xml:space="preserve"> </a:t>
            </a:r>
            <a:r>
              <a:rPr lang="en-US" sz="1300" i="0">
                <a:solidFill>
                  <a:srgbClr val="EEF2FA"/>
                </a:solidFill>
                <a:latin typeface="Consolas"/>
              </a:rPr>
              <a:t>o</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if</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o</a:t>
            </a:r>
            <a:r>
              <a:rPr lang="en-US" sz="1300" i="0">
                <a:solidFill>
                  <a:srgbClr val="EEF2FA"/>
                </a:solidFill>
                <a:latin typeface="Consolas"/>
              </a:rPr>
              <a:t xml:space="preserve"> </a:t>
            </a:r>
            <a:r>
              <a:rPr lang="en-US" sz="1300" i="0">
                <a:solidFill>
                  <a:srgbClr val="EEF2FA"/>
                </a:solidFill>
                <a:latin typeface="Consolas"/>
              </a:rPr>
              <a:t>instanceof</a:t>
            </a:r>
            <a:r>
              <a:rPr lang="en-US" sz="1300" i="0">
                <a:solidFill>
                  <a:srgbClr val="EEF2FA"/>
                </a:solidFill>
                <a:latin typeface="Consolas"/>
              </a:rPr>
              <a:t xml:space="preserve"> </a:t>
            </a:r>
            <a:r>
              <a:rPr lang="en-US" sz="1300" i="0">
                <a:solidFill>
                  <a:srgbClr val="B9A6FF"/>
                </a:solidFill>
                <a:latin typeface="Consolas"/>
              </a:rPr>
              <a:t>Point</a:t>
            </a:r>
            <a:r>
              <a:rPr lang="en-US" sz="1300" i="0">
                <a:solidFill>
                  <a:srgbClr val="EEF2FA"/>
                </a:solidFill>
                <a:latin typeface="Consolas"/>
              </a:rPr>
              <a:t xml:space="preserve"> </a:t>
            </a:r>
            <a:r>
              <a:rPr lang="en-US" sz="1300" i="0">
                <a:solidFill>
                  <a:srgbClr val="EEF2FA"/>
                </a:solidFill>
                <a:latin typeface="Consolas"/>
              </a:rPr>
              <a:t>other</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false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EEF2FA"/>
                </a:solidFill>
                <a:latin typeface="Consolas"/>
              </a:rPr>
              <a:t>x</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other</a:t>
            </a:r>
            <a:r>
              <a:rPr lang="en-US" sz="1300" i="0">
                <a:solidFill>
                  <a:srgbClr val="EEF2FA"/>
                </a:solidFill>
                <a:latin typeface="Consolas"/>
              </a:rPr>
              <a:t>.</a:t>
            </a:r>
            <a:r>
              <a:rPr lang="en-US" sz="1300" i="0">
                <a:solidFill>
                  <a:srgbClr val="EEF2FA"/>
                </a:solidFill>
                <a:latin typeface="Consolas"/>
              </a:rPr>
              <a:t>x</a:t>
            </a:r>
            <a:r>
              <a:rPr lang="en-US" sz="1300" i="0">
                <a:solidFill>
                  <a:srgbClr val="EEF2FA"/>
                </a:solidFill>
                <a:latin typeface="Consolas"/>
              </a:rPr>
              <a:t xml:space="preserve"> </a:t>
            </a:r>
            <a:r>
              <a:rPr lang="en-US" sz="1300" i="0">
                <a:solidFill>
                  <a:srgbClr val="EEF2FA"/>
                </a:solidFill>
                <a:latin typeface="Consolas"/>
              </a:rPr>
              <a:t>&amp;</a:t>
            </a:r>
            <a:r>
              <a:rPr lang="en-US" sz="1300" i="0">
                <a:solidFill>
                  <a:srgbClr val="EEF2FA"/>
                </a:solidFill>
                <a:latin typeface="Consolas"/>
              </a:rPr>
              <a:t>&amp;</a:t>
            </a:r>
            <a:r>
              <a:rPr lang="en-US" sz="1300" i="0">
                <a:solidFill>
                  <a:srgbClr val="EEF2FA"/>
                </a:solidFill>
                <a:latin typeface="Consolas"/>
              </a:rPr>
              <a:t xml:space="preserve"> </a:t>
            </a:r>
            <a:r>
              <a:rPr lang="en-US" sz="1300" i="0">
                <a:solidFill>
                  <a:srgbClr val="EEF2FA"/>
                </a:solidFill>
                <a:latin typeface="Consolas"/>
              </a:rPr>
              <a:t>y</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other</a:t>
            </a:r>
            <a:r>
              <a:rPr lang="en-US" sz="1300" i="0">
                <a:solidFill>
                  <a:srgbClr val="EEF2FA"/>
                </a:solidFill>
                <a:latin typeface="Consolas"/>
              </a:rPr>
              <a:t>.</a:t>
            </a:r>
            <a:r>
              <a:rPr lang="en-US" sz="1300" i="0">
                <a:solidFill>
                  <a:srgbClr val="EEF2FA"/>
                </a:solidFill>
                <a:latin typeface="Consolas"/>
              </a:rPr>
              <a:t>y</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a:t>
            </a:r>
            <a:r>
              <a:rPr lang="en-US" sz="1300" i="0">
                <a:solidFill>
                  <a:srgbClr val="B9A6FF"/>
                </a:solidFill>
                <a:latin typeface="Consolas"/>
              </a:rPr>
              <a:t>Override</a:t>
            </a:r>
          </a:p>
          <a:p>
            <a:pPr algn="l">
              <a:lnSpc>
                <a:spcPct val="105000"/>
              </a:lnSpc>
              <a:spcAft>
                <a:spcPts val="0"/>
              </a:spcAft>
            </a:pPr>
            <a:r>
              <a:rPr lang="en-US" sz="1300" i="0">
                <a:solidFill>
                  <a:srgbClr val="B9A6FF"/>
                </a:solidFill>
                <a:latin typeface="Consolas"/>
              </a:rPr>
              <a:t>public</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hashCode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Objects</a:t>
            </a:r>
            <a:r>
              <a:rPr lang="en-US" sz="1300" i="0">
                <a:solidFill>
                  <a:srgbClr val="EEF2FA"/>
                </a:solidFill>
                <a:latin typeface="Consolas"/>
              </a:rPr>
              <a:t>.</a:t>
            </a:r>
            <a:r>
              <a:rPr lang="en-US" sz="1300" i="0">
                <a:solidFill>
                  <a:srgbClr val="EEF2FA"/>
                </a:solidFill>
                <a:latin typeface="Consolas"/>
              </a:rPr>
              <a:t>hash</a:t>
            </a:r>
            <a:r>
              <a:rPr lang="en-US" sz="1300" i="0">
                <a:solidFill>
                  <a:srgbClr val="EEF2FA"/>
                </a:solidFill>
                <a:latin typeface="Consolas"/>
              </a:rPr>
              <a:t>(</a:t>
            </a:r>
            <a:r>
              <a:rPr lang="en-US" sz="1300" i="0">
                <a:solidFill>
                  <a:srgbClr val="EEF2FA"/>
                </a:solidFill>
                <a:latin typeface="Consolas"/>
              </a:rPr>
              <a:t>x</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y</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demos/ObjectMethods.java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Notes</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toString: how it prints</a:t>
            </a:r>
          </a:p>
          <a:p>
            <a:pPr algn="l" marL="228600" indent="-201168">
              <a:spcAft>
                <a:spcPts val="400"/>
              </a:spcAft>
              <a:buClr>
                <a:srgbClr val="0366FF"/>
              </a:buClr>
              <a:buChar char="•"/>
            </a:pPr>
            <a:r>
              <a:rPr lang="en-US" sz="1400" b="0" i="0">
                <a:solidFill>
                  <a:srgbClr val="1B2433"/>
                </a:solidFill>
                <a:latin typeface="Poppins"/>
              </a:rPr>
              <a:t>equals: when two are the same</a:t>
            </a:r>
          </a:p>
          <a:p>
            <a:pPr algn="l" marL="228600" indent="-201168">
              <a:spcAft>
                <a:spcPts val="400"/>
              </a:spcAft>
              <a:buClr>
                <a:srgbClr val="0366FF"/>
              </a:buClr>
              <a:buChar char="•"/>
            </a:pPr>
            <a:r>
              <a:rPr lang="en-US" sz="1400" b="0" i="0">
                <a:solidFill>
                  <a:srgbClr val="1B2433"/>
                </a:solidFill>
                <a:latin typeface="Poppins"/>
              </a:rPr>
              <a:t>hashCode must match equals</a:t>
            </a:r>
          </a:p>
          <a:p>
            <a:pPr algn="l" marL="228600" indent="-201168">
              <a:spcAft>
                <a:spcPts val="400"/>
              </a:spcAft>
              <a:buClr>
                <a:srgbClr val="0366FF"/>
              </a:buClr>
              <a:buChar char="•"/>
            </a:pPr>
            <a:r>
              <a:rPr lang="en-US" sz="1400" b="0" i="0">
                <a:solidFill>
                  <a:srgbClr val="1B2433"/>
                </a:solidFill>
                <a:latin typeface="Poppins"/>
              </a:rPr>
              <a:t>Collections use all three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Arrays of objects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Pet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pets</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Pet</a:t>
            </a:r>
            <a:r>
              <a:rPr lang="en-US" sz="1300" i="0">
                <a:solidFill>
                  <a:srgbClr val="EEF2FA"/>
                </a:solidFill>
                <a:latin typeface="Consolas"/>
              </a:rPr>
              <a:t>[</a:t>
            </a:r>
            <a:r>
              <a:rPr lang="en-US" sz="1300" i="0">
                <a:solidFill>
                  <a:srgbClr val="FFD58A"/>
                </a:solidFill>
                <a:latin typeface="Consolas"/>
              </a:rPr>
              <a:t>3</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pets</a:t>
            </a:r>
            <a:r>
              <a:rPr lang="en-US" sz="1300" i="0">
                <a:solidFill>
                  <a:srgbClr val="EEF2FA"/>
                </a:solidFill>
                <a:latin typeface="Consolas"/>
              </a:rPr>
              <a:t>[</a:t>
            </a:r>
            <a:r>
              <a:rPr lang="en-US" sz="1300" i="0">
                <a:solidFill>
                  <a:srgbClr val="FFD58A"/>
                </a:solidFill>
                <a:latin typeface="Consolas"/>
              </a:rPr>
              <a:t>0</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Pet</a:t>
            </a:r>
            <a:r>
              <a:rPr lang="en-US" sz="1300" i="0">
                <a:solidFill>
                  <a:srgbClr val="EEF2FA"/>
                </a:solidFill>
                <a:latin typeface="Consolas"/>
              </a:rPr>
              <a:t>(</a:t>
            </a:r>
            <a:r>
              <a:rPr lang="en-US" sz="1300" i="0">
                <a:solidFill>
                  <a:srgbClr val="9EF0C9"/>
                </a:solidFill>
                <a:latin typeface="Consolas"/>
              </a:rPr>
              <a:t>"Mimi"</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pets</a:t>
            </a:r>
            <a:r>
              <a:rPr lang="en-US" sz="1300" i="0">
                <a:solidFill>
                  <a:srgbClr val="EEF2FA"/>
                </a:solidFill>
                <a:latin typeface="Consolas"/>
              </a:rPr>
              <a:t>[</a:t>
            </a:r>
            <a:r>
              <a:rPr lang="en-US" sz="1300" i="0">
                <a:solidFill>
                  <a:srgbClr val="FFD58A"/>
                </a:solidFill>
                <a:latin typeface="Consolas"/>
              </a:rPr>
              <a:t>1</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Pet</a:t>
            </a:r>
            <a:r>
              <a:rPr lang="en-US" sz="1300" i="0">
                <a:solidFill>
                  <a:srgbClr val="EEF2FA"/>
                </a:solidFill>
                <a:latin typeface="Consolas"/>
              </a:rPr>
              <a:t>(</a:t>
            </a:r>
            <a:r>
              <a:rPr lang="en-US" sz="1300" i="0">
                <a:solidFill>
                  <a:srgbClr val="9EF0C9"/>
                </a:solidFill>
                <a:latin typeface="Consolas"/>
              </a:rPr>
              <a:t>"Tom"</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count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2</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1">
                <a:solidFill>
                  <a:srgbClr val="8FD8DB"/>
                </a:solidFill>
                <a:latin typeface="Consolas"/>
              </a:rPr>
              <a:t>// used slots</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for</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i</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0</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i</a:t>
            </a:r>
            <a:r>
              <a:rPr lang="en-US" sz="1300" i="0">
                <a:solidFill>
                  <a:srgbClr val="EEF2FA"/>
                </a:solidFill>
                <a:latin typeface="Consolas"/>
              </a:rPr>
              <a:t xml:space="preserve"> </a:t>
            </a:r>
            <a:r>
              <a:rPr lang="en-US" sz="1300" i="0">
                <a:solidFill>
                  <a:srgbClr val="EEF2FA"/>
                </a:solidFill>
                <a:latin typeface="Consolas"/>
              </a:rPr>
              <a:t>&lt;</a:t>
            </a:r>
            <a:r>
              <a:rPr lang="en-US" sz="1300" i="0">
                <a:solidFill>
                  <a:srgbClr val="EEF2FA"/>
                </a:solidFill>
                <a:latin typeface="Consolas"/>
              </a:rPr>
              <a:t xml:space="preserve"> </a:t>
            </a:r>
            <a:r>
              <a:rPr lang="en-US" sz="1300" i="0">
                <a:solidFill>
                  <a:srgbClr val="EEF2FA"/>
                </a:solidFill>
                <a:latin typeface="Consolas"/>
              </a:rPr>
              <a:t>count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i</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pets</a:t>
            </a:r>
            <a:r>
              <a:rPr lang="en-US" sz="1300" i="0">
                <a:solidFill>
                  <a:srgbClr val="EEF2FA"/>
                </a:solidFill>
                <a:latin typeface="Consolas"/>
              </a:rPr>
              <a:t>[</a:t>
            </a:r>
            <a:r>
              <a:rPr lang="en-US" sz="1300" i="0">
                <a:solidFill>
                  <a:srgbClr val="EEF2FA"/>
                </a:solidFill>
                <a:latin typeface="Consolas"/>
              </a:rPr>
              <a:t>i</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1">
                <a:solidFill>
                  <a:srgbClr val="8FD8DB"/>
                </a:solidFill>
                <a:latin typeface="Consolas"/>
              </a:rPr>
              <a:t>// loop to count, not to pets.length</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demos/ArrayOfObjects.java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Pattern</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Array holds references</a:t>
            </a:r>
          </a:p>
          <a:p>
            <a:pPr algn="l" marL="228600" indent="-201168">
              <a:spcAft>
                <a:spcPts val="400"/>
              </a:spcAft>
              <a:buClr>
                <a:srgbClr val="0366FF"/>
              </a:buClr>
              <a:buChar char="•"/>
            </a:pPr>
            <a:r>
              <a:rPr lang="en-US" sz="1400" b="0" i="0">
                <a:solidFill>
                  <a:srgbClr val="1B2433"/>
                </a:solidFill>
                <a:latin typeface="Poppins"/>
              </a:rPr>
              <a:t>Keep a count of used slots</a:t>
            </a:r>
          </a:p>
          <a:p>
            <a:pPr algn="l" marL="228600" indent="-201168">
              <a:spcAft>
                <a:spcPts val="400"/>
              </a:spcAft>
              <a:buClr>
                <a:srgbClr val="0366FF"/>
              </a:buClr>
              <a:buChar char="•"/>
            </a:pPr>
            <a:r>
              <a:rPr lang="en-US" sz="1400" b="0" i="0">
                <a:solidFill>
                  <a:srgbClr val="1B2433"/>
                </a:solidFill>
                <a:latin typeface="Poppins"/>
              </a:rPr>
              <a:t>Loop up to count</a:t>
            </a:r>
          </a:p>
          <a:p>
            <a:pPr algn="l" marL="228600" indent="-201168">
              <a:spcAft>
                <a:spcPts val="400"/>
              </a:spcAft>
              <a:buClr>
                <a:srgbClr val="0366FF"/>
              </a:buClr>
              <a:buChar char="•"/>
            </a:pPr>
            <a:r>
              <a:rPr lang="en-US" sz="1400" b="0" i="0">
                <a:solidFill>
                  <a:srgbClr val="1B2433"/>
                </a:solidFill>
                <a:latin typeface="Poppins"/>
              </a:rPr>
              <a:t>This is the Lab 3 shape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Live coding: BankAccount</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Requirements"/>
          <p:cNvSpPr/>
          <p:nvPr/>
        </p:nvSpPr>
        <p:spPr>
          <a:xfrm>
            <a:off x="841248" y="1508760"/>
            <a:ext cx="3657600" cy="434340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09928"/>
            <a:ext cx="3255264" cy="457200"/>
          </a:xfrm>
          <a:prstGeom prst="rect">
            <a:avLst/>
          </a:prstGeom>
          <a:noFill/>
        </p:spPr>
        <p:txBody>
          <a:bodyPr wrap="square" lIns="0" rIns="0" tIns="0" bIns="0" anchor="t">
            <a:spAutoFit/>
          </a:bodyPr>
          <a:lstStyle/>
          <a:p>
            <a:pPr algn="l">
              <a:spcAft>
                <a:spcPts val="600"/>
              </a:spcAft>
            </a:pPr>
            <a:r>
              <a:rPr sz="1800" b="1" i="0">
                <a:solidFill>
                  <a:srgbClr val="8C4FF4"/>
                </a:solidFill>
                <a:latin typeface="Poppins"/>
              </a:rPr>
              <a:t>What to notice</a:t>
            </a:r>
          </a:p>
        </p:txBody>
      </p:sp>
      <p:sp>
        <p:nvSpPr>
          <p:cNvPr id="6" name="TextBox 5"/>
          <p:cNvSpPr txBox="1"/>
          <p:nvPr/>
        </p:nvSpPr>
        <p:spPr>
          <a:xfrm>
            <a:off x="1042416" y="2167128"/>
            <a:ext cx="325526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Balance is private</a:t>
            </a:r>
          </a:p>
          <a:p>
            <a:pPr algn="l" marL="228600" indent="-201168">
              <a:spcAft>
                <a:spcPts val="400"/>
              </a:spcAft>
              <a:buClr>
                <a:srgbClr val="0366FF"/>
              </a:buClr>
              <a:buChar char="•"/>
            </a:pPr>
            <a:r>
              <a:rPr lang="en-US" sz="1400" b="0" i="0">
                <a:solidFill>
                  <a:srgbClr val="1B2433"/>
                </a:solidFill>
                <a:latin typeface="Poppins"/>
              </a:rPr>
              <a:t>Rules live in the methods</a:t>
            </a:r>
          </a:p>
          <a:p>
            <a:pPr algn="l" marL="228600" indent="-201168">
              <a:spcAft>
                <a:spcPts val="400"/>
              </a:spcAft>
              <a:buClr>
                <a:srgbClr val="0366FF"/>
              </a:buClr>
              <a:buChar char="•"/>
            </a:pPr>
            <a:r>
              <a:rPr lang="en-US" sz="1400" b="0" i="0">
                <a:solidFill>
                  <a:srgbClr val="1B2433"/>
                </a:solidFill>
                <a:latin typeface="Poppins"/>
              </a:rPr>
              <a:t>Return value tells the result</a:t>
            </a:r>
          </a:p>
          <a:p>
            <a:pPr algn="l" marL="228600" indent="-201168">
              <a:spcAft>
                <a:spcPts val="400"/>
              </a:spcAft>
              <a:buClr>
                <a:srgbClr val="0366FF"/>
              </a:buClr>
              <a:buChar char="•"/>
            </a:pPr>
            <a:r>
              <a:rPr lang="en-US" sz="1400" b="0" i="0">
                <a:solidFill>
                  <a:srgbClr val="1B2433"/>
                </a:solidFill>
                <a:latin typeface="Poppins"/>
              </a:rPr>
              <a:t>No negative balance ever</a:t>
            </a:r>
          </a:p>
        </p:txBody>
      </p:sp>
      <p:sp>
        <p:nvSpPr>
          <p:cNvPr id="7" name="Code"/>
          <p:cNvSpPr/>
          <p:nvPr/>
        </p:nvSpPr>
        <p:spPr>
          <a:xfrm>
            <a:off x="4754880" y="1508760"/>
            <a:ext cx="630936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BankAccount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private</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balance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boolean</a:t>
            </a:r>
            <a:r>
              <a:rPr lang="en-US" sz="1300" i="0">
                <a:solidFill>
                  <a:srgbClr val="EEF2FA"/>
                </a:solidFill>
                <a:latin typeface="Consolas"/>
              </a:rPr>
              <a:t xml:space="preserve"> </a:t>
            </a:r>
            <a:r>
              <a:rPr lang="en-US" sz="1300" i="0">
                <a:solidFill>
                  <a:srgbClr val="EEF2FA"/>
                </a:solidFill>
                <a:latin typeface="Consolas"/>
              </a:rPr>
              <a:t>deposit</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amt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if</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amt</a:t>
            </a:r>
            <a:r>
              <a:rPr lang="en-US" sz="1300" i="0">
                <a:solidFill>
                  <a:srgbClr val="EEF2FA"/>
                </a:solidFill>
                <a:latin typeface="Consolas"/>
              </a:rPr>
              <a:t xml:space="preserve"> </a:t>
            </a:r>
            <a:r>
              <a:rPr lang="en-US" sz="1300" i="0">
                <a:solidFill>
                  <a:srgbClr val="EEF2FA"/>
                </a:solidFill>
                <a:latin typeface="Consolas"/>
              </a:rPr>
              <a:t>&lt;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0</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false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balance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amt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true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boolean</a:t>
            </a:r>
            <a:r>
              <a:rPr lang="en-US" sz="1300" i="0">
                <a:solidFill>
                  <a:srgbClr val="EEF2FA"/>
                </a:solidFill>
                <a:latin typeface="Consolas"/>
              </a:rPr>
              <a:t xml:space="preserve"> </a:t>
            </a:r>
            <a:r>
              <a:rPr lang="en-US" sz="1300" i="0">
                <a:solidFill>
                  <a:srgbClr val="EEF2FA"/>
                </a:solidFill>
                <a:latin typeface="Consolas"/>
              </a:rPr>
              <a:t>withdraw</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amt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if</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amt</a:t>
            </a:r>
            <a:r>
              <a:rPr lang="en-US" sz="1300" i="0">
                <a:solidFill>
                  <a:srgbClr val="EEF2FA"/>
                </a:solidFill>
                <a:latin typeface="Consolas"/>
              </a:rPr>
              <a:t xml:space="preserve"> </a:t>
            </a:r>
            <a:r>
              <a:rPr lang="en-US" sz="1300" i="0">
                <a:solidFill>
                  <a:srgbClr val="EEF2FA"/>
                </a:solidFill>
                <a:latin typeface="Consolas"/>
              </a:rPr>
              <a:t>&lt;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0</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amt</a:t>
            </a:r>
            <a:r>
              <a:rPr lang="en-US" sz="1300" i="0">
                <a:solidFill>
                  <a:srgbClr val="EEF2FA"/>
                </a:solidFill>
                <a:latin typeface="Consolas"/>
              </a:rPr>
              <a:t xml:space="preserve"> </a:t>
            </a:r>
            <a:r>
              <a:rPr lang="en-US" sz="1300" i="0">
                <a:solidFill>
                  <a:srgbClr val="EEF2FA"/>
                </a:solidFill>
                <a:latin typeface="Consolas"/>
              </a:rPr>
              <a:t>&gt;</a:t>
            </a:r>
            <a:r>
              <a:rPr lang="en-US" sz="1300" i="0">
                <a:solidFill>
                  <a:srgbClr val="EEF2FA"/>
                </a:solidFill>
                <a:latin typeface="Consolas"/>
              </a:rPr>
              <a:t xml:space="preserve"> </a:t>
            </a:r>
            <a:r>
              <a:rPr lang="en-US" sz="1300" i="0">
                <a:solidFill>
                  <a:srgbClr val="EEF2FA"/>
                </a:solidFill>
                <a:latin typeface="Consolas"/>
              </a:rPr>
              <a:t>balance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false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balance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amt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true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p:txBody>
      </p:sp>
      <p:sp>
        <p:nvSpPr>
          <p:cNvPr id="8" name="TextBox 7"/>
          <p:cNvSpPr txBox="1"/>
          <p:nvPr/>
        </p:nvSpPr>
        <p:spPr>
          <a:xfrm>
            <a:off x="4983480" y="1600200"/>
            <a:ext cx="585216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lab/solutions/Lab1BankAccount.java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Afternoon lab (14:00 to 16:45)</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BankAccount with deposit and withdraw rules</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Student with validation, toString and equals</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Student Grade Manager: add, list, average, top</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Commit after each class and each feature</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README with how to run and sample output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Quiz 2 preview</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Trace a loop and an array by hand</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Write a method with parameters and return</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String methods: substring, split, equals</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Draw stack and heap for two variables on one object</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Spot the bug: NullPointerException or == on text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Materials for this session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Slides"/>
          <p:cNvSpPr/>
          <p:nvPr/>
        </p:nvSpPr>
        <p:spPr>
          <a:xfrm>
            <a:off x="841248" y="1463040"/>
            <a:ext cx="4983480" cy="17373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664208"/>
            <a:ext cx="458114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Slides</a:t>
            </a:r>
          </a:p>
        </p:txBody>
      </p:sp>
      <p:sp>
        <p:nvSpPr>
          <p:cNvPr id="6" name="TextBox 5"/>
          <p:cNvSpPr txBox="1"/>
          <p:nvPr/>
        </p:nvSpPr>
        <p:spPr>
          <a:xfrm>
            <a:off x="1042416" y="2121408"/>
            <a:ext cx="4581144" cy="87782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This deck: Session04_Classes_and_Objects.pptx</a:t>
            </a:r>
          </a:p>
        </p:txBody>
      </p:sp>
      <p:sp>
        <p:nvSpPr>
          <p:cNvPr id="7" name="Card Demo code"/>
          <p:cNvSpPr/>
          <p:nvPr/>
        </p:nvSpPr>
        <p:spPr>
          <a:xfrm>
            <a:off x="6053328" y="1463040"/>
            <a:ext cx="4983480" cy="173736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54496" y="1664208"/>
            <a:ext cx="4581144"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Demo code</a:t>
            </a:r>
          </a:p>
        </p:txBody>
      </p:sp>
      <p:sp>
        <p:nvSpPr>
          <p:cNvPr id="9" name="TextBox 8"/>
          <p:cNvSpPr txBox="1"/>
          <p:nvPr/>
        </p:nvSpPr>
        <p:spPr>
          <a:xfrm>
            <a:off x="6254496" y="2121408"/>
            <a:ext cx="4581144" cy="87782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files/session-04/demos/: one file per code slide (file name on each code box)</a:t>
            </a:r>
          </a:p>
        </p:txBody>
      </p:sp>
      <p:sp>
        <p:nvSpPr>
          <p:cNvPr id="10" name="Card Lab starters"/>
          <p:cNvSpPr/>
          <p:nvPr/>
        </p:nvSpPr>
        <p:spPr>
          <a:xfrm>
            <a:off x="841248" y="3429000"/>
            <a:ext cx="4983480" cy="173736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2416" y="3630168"/>
            <a:ext cx="4581144" cy="457200"/>
          </a:xfrm>
          <a:prstGeom prst="rect">
            <a:avLst/>
          </a:prstGeom>
          <a:noFill/>
        </p:spPr>
        <p:txBody>
          <a:bodyPr wrap="square" lIns="0" rIns="0" tIns="0" bIns="0" anchor="t">
            <a:spAutoFit/>
          </a:bodyPr>
          <a:lstStyle/>
          <a:p>
            <a:pPr algn="l">
              <a:spcAft>
                <a:spcPts val="600"/>
              </a:spcAft>
            </a:pPr>
            <a:r>
              <a:rPr sz="1700" b="1" i="0">
                <a:solidFill>
                  <a:srgbClr val="0E2841"/>
                </a:solidFill>
                <a:latin typeface="Poppins"/>
              </a:rPr>
              <a:t>Lab starters</a:t>
            </a:r>
          </a:p>
        </p:txBody>
      </p:sp>
      <p:sp>
        <p:nvSpPr>
          <p:cNvPr id="12" name="TextBox 11"/>
          <p:cNvSpPr txBox="1"/>
          <p:nvPr/>
        </p:nvSpPr>
        <p:spPr>
          <a:xfrm>
            <a:off x="1042416" y="4087368"/>
            <a:ext cx="4581144" cy="87782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lab/starter/: BankAccount, Student and Grade Manager with TODOs</a:t>
            </a:r>
          </a:p>
        </p:txBody>
      </p:sp>
      <p:sp>
        <p:nvSpPr>
          <p:cNvPr id="13" name="Card Lab solutions"/>
          <p:cNvSpPr/>
          <p:nvPr/>
        </p:nvSpPr>
        <p:spPr>
          <a:xfrm>
            <a:off x="6053328" y="3429000"/>
            <a:ext cx="4983480" cy="17373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54496" y="3630168"/>
            <a:ext cx="458114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Lab solutions</a:t>
            </a:r>
          </a:p>
        </p:txBody>
      </p:sp>
      <p:sp>
        <p:nvSpPr>
          <p:cNvPr id="15" name="TextBox 14"/>
          <p:cNvSpPr txBox="1"/>
          <p:nvPr/>
        </p:nvSpPr>
        <p:spPr>
          <a:xfrm>
            <a:off x="6254496" y="4087368"/>
            <a:ext cx="4581144" cy="87782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lab/solutions/: shared after the lab, at 16:45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Resources for this session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Watch (Arabic)"/>
          <p:cNvSpPr/>
          <p:nvPr/>
        </p:nvSpPr>
        <p:spPr>
          <a:xfrm>
            <a:off x="841248" y="1463040"/>
            <a:ext cx="3291840" cy="329184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664208"/>
            <a:ext cx="288950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Watch (Arabic)</a:t>
            </a:r>
          </a:p>
        </p:txBody>
      </p:sp>
      <p:sp>
        <p:nvSpPr>
          <p:cNvPr id="6" name="TextBox 5"/>
          <p:cNvSpPr txBox="1"/>
          <p:nvPr/>
        </p:nvSpPr>
        <p:spPr>
          <a:xfrm>
            <a:off x="1042416" y="2121408"/>
            <a:ext cx="2889504" cy="243230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u="sng">
                <a:solidFill>
                  <a:srgbClr val="0366FF"/>
                </a:solidFill>
                <a:latin typeface="Poppins"/>
                <a:hlinkClick r:id="rId3">
                  <a:extLst>
                    <a:ext uri="{A12FA001-AC4F-418D-AE19-62706E023703}">
                      <ahyp:hlinkClr xmlns:ahyp="http://schemas.microsoft.com/office/drawing/2018/hyperlinkcolor" val="tx"/>
                    </a:ext>
                  </a:extLst>
                </a:hlinkClick>
              </a:rPr>
              <a:t>Adel Nasim: Java playlist</a:t>
            </a:r>
          </a:p>
          <a:p>
            <a:pPr algn="l" marL="228600" indent="-201168">
              <a:spcAft>
                <a:spcPts val="400"/>
              </a:spcAft>
              <a:buClr>
                <a:srgbClr val="0366FF"/>
              </a:buClr>
              <a:buChar char="•"/>
            </a:pPr>
            <a:r>
              <a:rPr lang="en-US" sz="1400" b="0" i="0" u="sng">
                <a:solidFill>
                  <a:srgbClr val="0366FF"/>
                </a:solidFill>
                <a:latin typeface="Poppins"/>
                <a:hlinkClick r:id="rId4">
                  <a:extLst>
                    <a:ext uri="{A12FA001-AC4F-418D-AE19-62706E023703}">
                      <ahyp:hlinkClr xmlns:ahyp="http://schemas.microsoft.com/office/drawing/2018/hyperlinkcolor" val="tx"/>
                    </a:ext>
                  </a:extLst>
                </a:hlinkClick>
              </a:rPr>
              <a:t>Mohamed Shoshan: Level 1</a:t>
            </a:r>
          </a:p>
          <a:p>
            <a:pPr algn="l" marL="228600" indent="-201168">
              <a:spcAft>
                <a:spcPts val="400"/>
              </a:spcAft>
              <a:buClr>
                <a:srgbClr val="0366FF"/>
              </a:buClr>
              <a:buChar char="•"/>
            </a:pPr>
            <a:r>
              <a:rPr lang="en-US" sz="1400" b="0" i="0" u="sng">
                <a:solidFill>
                  <a:srgbClr val="0366FF"/>
                </a:solidFill>
                <a:latin typeface="Poppins"/>
                <a:hlinkClick r:id="rId5">
                  <a:extLst>
                    <a:ext uri="{A12FA001-AC4F-418D-AE19-62706E023703}">
                      <ahyp:hlinkClr xmlns:ahyp="http://schemas.microsoft.com/office/drawing/2018/hyperlinkcolor" val="tx"/>
                    </a:ext>
                  </a:extLst>
                </a:hlinkClick>
              </a:rPr>
              <a:t>Adel Nasim: lessons, quizzes</a:t>
            </a:r>
          </a:p>
        </p:txBody>
      </p:sp>
      <p:sp>
        <p:nvSpPr>
          <p:cNvPr id="7" name="Card Read (English)"/>
          <p:cNvSpPr/>
          <p:nvPr/>
        </p:nvSpPr>
        <p:spPr>
          <a:xfrm>
            <a:off x="4315968" y="1463040"/>
            <a:ext cx="3291840" cy="329184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17136" y="1664208"/>
            <a:ext cx="2889504"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Read (English)</a:t>
            </a:r>
          </a:p>
        </p:txBody>
      </p:sp>
      <p:sp>
        <p:nvSpPr>
          <p:cNvPr id="9" name="TextBox 8"/>
          <p:cNvSpPr txBox="1"/>
          <p:nvPr/>
        </p:nvSpPr>
        <p:spPr>
          <a:xfrm>
            <a:off x="4517136" y="2121408"/>
            <a:ext cx="2889504" cy="243230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u="sng">
                <a:solidFill>
                  <a:srgbClr val="0366FF"/>
                </a:solidFill>
                <a:latin typeface="Poppins"/>
                <a:hlinkClick r:id="rId6">
                  <a:extLst>
                    <a:ext uri="{A12FA001-AC4F-418D-AE19-62706E023703}">
                      <ahyp:hlinkClr xmlns:ahyp="http://schemas.microsoft.com/office/drawing/2018/hyperlinkcolor" val="tx"/>
                    </a:ext>
                  </a:extLst>
                </a:hlinkClick>
              </a:rPr>
              <a:t>dev.java: Classes and objects</a:t>
            </a:r>
          </a:p>
          <a:p>
            <a:pPr algn="l" marL="228600" indent="-201168">
              <a:spcAft>
                <a:spcPts val="400"/>
              </a:spcAft>
              <a:buClr>
                <a:srgbClr val="0366FF"/>
              </a:buClr>
              <a:buChar char="•"/>
            </a:pPr>
            <a:r>
              <a:rPr lang="en-US" sz="1400" b="0" i="0" u="sng">
                <a:solidFill>
                  <a:srgbClr val="0366FF"/>
                </a:solidFill>
                <a:latin typeface="Poppins"/>
                <a:hlinkClick r:id="rId7">
                  <a:extLst>
                    <a:ext uri="{A12FA001-AC4F-418D-AE19-62706E023703}">
                      <ahyp:hlinkClr xmlns:ahyp="http://schemas.microsoft.com/office/drawing/2018/hyperlinkcolor" val="tx"/>
                    </a:ext>
                  </a:extLst>
                </a:hlinkClick>
              </a:rPr>
              <a:t>dev.java: Creating objects</a:t>
            </a:r>
          </a:p>
          <a:p>
            <a:pPr algn="l" marL="228600" indent="-201168">
              <a:spcAft>
                <a:spcPts val="400"/>
              </a:spcAft>
              <a:buClr>
                <a:srgbClr val="0366FF"/>
              </a:buClr>
              <a:buChar char="•"/>
            </a:pPr>
            <a:r>
              <a:rPr lang="en-US" sz="1400" b="0" i="0" u="sng">
                <a:solidFill>
                  <a:srgbClr val="0366FF"/>
                </a:solidFill>
                <a:latin typeface="Poppins"/>
                <a:hlinkClick r:id="rId8">
                  <a:extLst>
                    <a:ext uri="{A12FA001-AC4F-418D-AE19-62706E023703}">
                      <ahyp:hlinkClr xmlns:ahyp="http://schemas.microsoft.com/office/drawing/2018/hyperlinkcolor" val="tx"/>
                    </a:ext>
                  </a:extLst>
                </a:hlinkClick>
              </a:rPr>
              <a:t>dev.java: Object class methods</a:t>
            </a:r>
          </a:p>
        </p:txBody>
      </p:sp>
      <p:sp>
        <p:nvSpPr>
          <p:cNvPr id="10" name="Card Practice"/>
          <p:cNvSpPr/>
          <p:nvPr/>
        </p:nvSpPr>
        <p:spPr>
          <a:xfrm>
            <a:off x="7790688" y="1463040"/>
            <a:ext cx="3291840" cy="329184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91856" y="1664208"/>
            <a:ext cx="2889504" cy="457200"/>
          </a:xfrm>
          <a:prstGeom prst="rect">
            <a:avLst/>
          </a:prstGeom>
          <a:noFill/>
        </p:spPr>
        <p:txBody>
          <a:bodyPr wrap="square" lIns="0" rIns="0" tIns="0" bIns="0" anchor="t">
            <a:spAutoFit/>
          </a:bodyPr>
          <a:lstStyle/>
          <a:p>
            <a:pPr algn="l">
              <a:spcAft>
                <a:spcPts val="600"/>
              </a:spcAft>
            </a:pPr>
            <a:r>
              <a:rPr sz="1700" b="1" i="0">
                <a:solidFill>
                  <a:srgbClr val="0E2841"/>
                </a:solidFill>
                <a:latin typeface="Poppins"/>
              </a:rPr>
              <a:t>Practice</a:t>
            </a:r>
          </a:p>
        </p:txBody>
      </p:sp>
      <p:sp>
        <p:nvSpPr>
          <p:cNvPr id="12" name="TextBox 11"/>
          <p:cNvSpPr txBox="1"/>
          <p:nvPr/>
        </p:nvSpPr>
        <p:spPr>
          <a:xfrm>
            <a:off x="7991856" y="2121408"/>
            <a:ext cx="2889504" cy="243230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u="sng">
                <a:solidFill>
                  <a:srgbClr val="0366FF"/>
                </a:solidFill>
                <a:latin typeface="Poppins"/>
                <a:hlinkClick r:id="rId9">
                  <a:extLst>
                    <a:ext uri="{A12FA001-AC4F-418D-AE19-62706E023703}">
                      <ahyp:hlinkClr xmlns:ahyp="http://schemas.microsoft.com/office/drawing/2018/hyperlinkcolor" val="tx"/>
                    </a:ext>
                  </a:extLst>
                </a:hlinkClick>
              </a:rPr>
              <a:t>HackerRank: Java Strings</a:t>
            </a:r>
          </a:p>
          <a:p>
            <a:pPr algn="l" marL="228600" indent="-201168">
              <a:spcAft>
                <a:spcPts val="400"/>
              </a:spcAft>
              <a:buClr>
                <a:srgbClr val="0366FF"/>
              </a:buClr>
              <a:buChar char="•"/>
            </a:pPr>
            <a:r>
              <a:rPr lang="en-US" sz="1400" b="0" i="0" u="sng">
                <a:solidFill>
                  <a:srgbClr val="0366FF"/>
                </a:solidFill>
                <a:latin typeface="Poppins"/>
                <a:hlinkClick r:id="rId10">
                  <a:extLst>
                    <a:ext uri="{A12FA001-AC4F-418D-AE19-62706E023703}">
                      <ahyp:hlinkClr xmlns:ahyp="http://schemas.microsoft.com/office/drawing/2018/hyperlinkcolor" val="tx"/>
                    </a:ext>
                  </a:extLst>
                </a:hlinkClick>
              </a:rPr>
              <a:t>Exercism: Java track</a:t>
            </a:r>
          </a:p>
          <a:p>
            <a:pPr algn="l" marL="228600" indent="-201168">
              <a:spcAft>
                <a:spcPts val="400"/>
              </a:spcAft>
              <a:buClr>
                <a:srgbClr val="0366FF"/>
              </a:buClr>
              <a:buChar char="•"/>
            </a:pPr>
            <a:r>
              <a:rPr lang="en-US" sz="1400" b="0" i="0" u="sng">
                <a:solidFill>
                  <a:srgbClr val="0366FF"/>
                </a:solidFill>
                <a:latin typeface="Poppins"/>
                <a:hlinkClick r:id="rId11">
                  <a:extLst>
                    <a:ext uri="{A12FA001-AC4F-418D-AE19-62706E023703}">
                      <ahyp:hlinkClr xmlns:ahyp="http://schemas.microsoft.com/office/drawing/2018/hyperlinkcolor" val="tx"/>
                    </a:ext>
                  </a:extLst>
                </a:hlinkClick>
              </a:rPr>
              <a:t>LeetCode: Reverse String</a:t>
            </a:r>
          </a:p>
        </p:txBody>
      </p:sp>
      <p:sp>
        <p:nvSpPr>
          <p:cNvPr id="13" name="Resource tip band"/>
          <p:cNvSpPr/>
          <p:nvPr/>
        </p:nvSpPr>
        <p:spPr>
          <a:xfrm>
            <a:off x="841248" y="5029200"/>
            <a:ext cx="10241280" cy="82296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97280" y="5029200"/>
            <a:ext cx="9784080" cy="822960"/>
          </a:xfrm>
          <a:prstGeom prst="rect">
            <a:avLst/>
          </a:prstGeom>
          <a:noFill/>
        </p:spPr>
        <p:txBody>
          <a:bodyPr wrap="square" lIns="0" rIns="0" tIns="0" bIns="0" anchor="ctr">
            <a:spAutoFit/>
          </a:bodyPr>
          <a:lstStyle/>
          <a:p>
            <a:pPr algn="l">
              <a:spcAft>
                <a:spcPts val="600"/>
              </a:spcAft>
            </a:pPr>
            <a:r>
              <a:rPr sz="1500" b="1" i="0">
                <a:solidFill>
                  <a:srgbClr val="0366FF"/>
                </a:solidFill>
                <a:latin typeface="Poppins"/>
              </a:rPr>
              <a:t>Tip: draw the stack and the heap on paper every time something prints a surprise.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Before the next session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Watch (Arabic first)"/>
          <p:cNvSpPr/>
          <p:nvPr/>
        </p:nvSpPr>
        <p:spPr>
          <a:xfrm>
            <a:off x="841248" y="1508760"/>
            <a:ext cx="3291840" cy="429768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09928"/>
            <a:ext cx="288950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Watch (Arabic first)</a:t>
            </a:r>
          </a:p>
        </p:txBody>
      </p:sp>
      <p:sp>
        <p:nvSpPr>
          <p:cNvPr id="6" name="TextBox 5"/>
          <p:cNvSpPr txBox="1"/>
          <p:nvPr/>
        </p:nvSpPr>
        <p:spPr>
          <a:xfrm>
            <a:off x="1042416" y="2167128"/>
            <a:ext cx="2889504" cy="343814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u="sng">
                <a:solidFill>
                  <a:srgbClr val="0366FF"/>
                </a:solidFill>
                <a:latin typeface="Poppins"/>
                <a:hlinkClick r:id="rId3">
                  <a:extLst>
                    <a:ext uri="{A12FA001-AC4F-418D-AE19-62706E023703}">
                      <ahyp:hlinkClr xmlns:ahyp="http://schemas.microsoft.com/office/drawing/2018/hyperlinkcolor" val="tx"/>
                    </a:ext>
                  </a:extLst>
                </a:hlinkClick>
              </a:rPr>
              <a:t>Adel Nasim: OOP, classes</a:t>
            </a:r>
          </a:p>
          <a:p>
            <a:pPr algn="l" marL="228600" indent="-201168">
              <a:spcAft>
                <a:spcPts val="400"/>
              </a:spcAft>
              <a:buClr>
                <a:srgbClr val="0366FF"/>
              </a:buClr>
              <a:buChar char="•"/>
            </a:pPr>
            <a:r>
              <a:rPr lang="en-US" sz="1400" b="0" i="0" u="sng">
                <a:solidFill>
                  <a:srgbClr val="0366FF"/>
                </a:solidFill>
                <a:latin typeface="Poppins"/>
                <a:hlinkClick r:id="rId4">
                  <a:extLst>
                    <a:ext uri="{A12FA001-AC4F-418D-AE19-62706E023703}">
                      <ahyp:hlinkClr xmlns:ahyp="http://schemas.microsoft.com/office/drawing/2018/hyperlinkcolor" val="tx"/>
                    </a:ext>
                  </a:extLst>
                </a:hlinkClick>
              </a:rPr>
              <a:t>dev.java: Classes and objects</a:t>
            </a:r>
          </a:p>
          <a:p>
            <a:pPr algn="l" marL="228600" indent="-201168">
              <a:spcAft>
                <a:spcPts val="400"/>
              </a:spcAft>
              <a:buClr>
                <a:srgbClr val="0366FF"/>
              </a:buClr>
              <a:buChar char="•"/>
            </a:pPr>
            <a:r>
              <a:rPr lang="en-US" sz="1400" b="0" i="0" u="sng">
                <a:solidFill>
                  <a:srgbClr val="0366FF"/>
                </a:solidFill>
                <a:latin typeface="Poppins"/>
                <a:hlinkClick r:id="rId5">
                  <a:extLst>
                    <a:ext uri="{A12FA001-AC4F-418D-AE19-62706E023703}">
                      <ahyp:hlinkClr xmlns:ahyp="http://schemas.microsoft.com/office/drawing/2018/hyperlinkcolor" val="tx"/>
                    </a:ext>
                  </a:extLst>
                </a:hlinkClick>
              </a:rPr>
              <a:t>dev.java: Object class methods</a:t>
            </a:r>
          </a:p>
        </p:txBody>
      </p:sp>
      <p:sp>
        <p:nvSpPr>
          <p:cNvPr id="7" name="Card Practice"/>
          <p:cNvSpPr/>
          <p:nvPr/>
        </p:nvSpPr>
        <p:spPr>
          <a:xfrm>
            <a:off x="4315968" y="1508760"/>
            <a:ext cx="3291840" cy="429768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17136" y="1709928"/>
            <a:ext cx="2889504" cy="457200"/>
          </a:xfrm>
          <a:prstGeom prst="rect">
            <a:avLst/>
          </a:prstGeom>
          <a:noFill/>
        </p:spPr>
        <p:txBody>
          <a:bodyPr wrap="square" lIns="0" rIns="0" tIns="0" bIns="0" anchor="t">
            <a:spAutoFit/>
          </a:bodyPr>
          <a:lstStyle/>
          <a:p>
            <a:pPr algn="l">
              <a:spcAft>
                <a:spcPts val="600"/>
              </a:spcAft>
            </a:pPr>
            <a:r>
              <a:rPr sz="1700" b="1" i="0">
                <a:solidFill>
                  <a:srgbClr val="0E2841"/>
                </a:solidFill>
                <a:latin typeface="Poppins"/>
              </a:rPr>
              <a:t>Practice</a:t>
            </a:r>
          </a:p>
        </p:txBody>
      </p:sp>
      <p:sp>
        <p:nvSpPr>
          <p:cNvPr id="9" name="TextBox 8"/>
          <p:cNvSpPr txBox="1"/>
          <p:nvPr/>
        </p:nvSpPr>
        <p:spPr>
          <a:xfrm>
            <a:off x="4517136" y="2167128"/>
            <a:ext cx="2889504" cy="343814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Finish the Grade Manager, 5+ commits</a:t>
            </a:r>
          </a:p>
          <a:p>
            <a:pPr algn="l" marL="228600" indent="-201168">
              <a:spcAft>
                <a:spcPts val="400"/>
              </a:spcAft>
              <a:buClr>
                <a:srgbClr val="0366FF"/>
              </a:buClr>
              <a:buChar char="•"/>
            </a:pPr>
            <a:r>
              <a:rPr lang="en-US" sz="1400" b="0" i="0">
                <a:solidFill>
                  <a:srgbClr val="1B2433"/>
                </a:solidFill>
                <a:latin typeface="Poppins"/>
              </a:rPr>
              <a:t>Add a README with sample output</a:t>
            </a:r>
          </a:p>
          <a:p>
            <a:pPr algn="l" marL="228600" indent="-201168">
              <a:spcAft>
                <a:spcPts val="400"/>
              </a:spcAft>
              <a:buClr>
                <a:srgbClr val="0366FF"/>
              </a:buClr>
              <a:buChar char="•"/>
            </a:pPr>
            <a:r>
              <a:rPr lang="en-US" sz="1400" b="0" i="0" u="sng">
                <a:solidFill>
                  <a:srgbClr val="0366FF"/>
                </a:solidFill>
                <a:latin typeface="Poppins"/>
                <a:hlinkClick r:id="rId6">
                  <a:extLst>
                    <a:ext uri="{A12FA001-AC4F-418D-AE19-62706E023703}">
                      <ahyp:hlinkClr xmlns:ahyp="http://schemas.microsoft.com/office/drawing/2018/hyperlinkcolor" val="tx"/>
                    </a:ext>
                  </a:extLst>
                </a:hlinkClick>
              </a:rPr>
              <a:t>LeetCode: Reverse String</a:t>
            </a:r>
          </a:p>
          <a:p>
            <a:pPr algn="l" marL="228600" indent="-201168">
              <a:spcAft>
                <a:spcPts val="400"/>
              </a:spcAft>
              <a:buClr>
                <a:srgbClr val="0366FF"/>
              </a:buClr>
              <a:buChar char="•"/>
            </a:pPr>
            <a:r>
              <a:rPr lang="en-US" sz="1400" b="0" i="0" u="sng">
                <a:solidFill>
                  <a:srgbClr val="0366FF"/>
                </a:solidFill>
                <a:latin typeface="Poppins"/>
                <a:hlinkClick r:id="rId7">
                  <a:extLst>
                    <a:ext uri="{A12FA001-AC4F-418D-AE19-62706E023703}">
                      <ahyp:hlinkClr xmlns:ahyp="http://schemas.microsoft.com/office/drawing/2018/hyperlinkcolor" val="tx"/>
                    </a:ext>
                  </a:extLst>
                </a:hlinkClick>
              </a:rPr>
              <a:t>LeetCode: Fizz Buzz</a:t>
            </a:r>
          </a:p>
        </p:txBody>
      </p:sp>
      <p:sp>
        <p:nvSpPr>
          <p:cNvPr id="10" name="Card Intern B track"/>
          <p:cNvSpPr/>
          <p:nvPr/>
        </p:nvSpPr>
        <p:spPr>
          <a:xfrm>
            <a:off x="7790688" y="1508760"/>
            <a:ext cx="3291840" cy="429768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91856" y="1709928"/>
            <a:ext cx="2889504"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Intern B track</a:t>
            </a:r>
          </a:p>
        </p:txBody>
      </p:sp>
      <p:sp>
        <p:nvSpPr>
          <p:cNvPr id="12" name="TextBox 11"/>
          <p:cNvSpPr txBox="1"/>
          <p:nvPr/>
        </p:nvSpPr>
        <p:spPr>
          <a:xfrm>
            <a:off x="7991856" y="2167128"/>
            <a:ext cx="2889504" cy="343814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u="sng">
                <a:solidFill>
                  <a:srgbClr val="0366FF"/>
                </a:solidFill>
                <a:latin typeface="Poppins"/>
                <a:hlinkClick r:id="rId8">
                  <a:extLst>
                    <a:ext uri="{A12FA001-AC4F-418D-AE19-62706E023703}">
                      <ahyp:hlinkClr xmlns:ahyp="http://schemas.microsoft.com/office/drawing/2018/hyperlinkcolor" val="tx"/>
                    </a:ext>
                  </a:extLst>
                </a:hlinkClick>
              </a:rPr>
              <a:t>HackerRank: Java Strings (5)</a:t>
            </a:r>
          </a:p>
          <a:p>
            <a:pPr algn="l" marL="228600" indent="-201168">
              <a:spcAft>
                <a:spcPts val="400"/>
              </a:spcAft>
              <a:buClr>
                <a:srgbClr val="0366FF"/>
              </a:buClr>
              <a:buChar char="•"/>
            </a:pPr>
            <a:r>
              <a:rPr lang="en-US" sz="1400" b="0" i="0">
                <a:solidFill>
                  <a:srgbClr val="1B2433"/>
                </a:solidFill>
                <a:latin typeface="Poppins"/>
              </a:rPr>
              <a:t>Study for Quiz 2: Sessions 3 and 4</a:t>
            </a:r>
          </a:p>
          <a:p>
            <a:pPr algn="l" marL="228600" indent="-201168">
              <a:spcAft>
                <a:spcPts val="400"/>
              </a:spcAft>
              <a:buClr>
                <a:srgbClr val="0366FF"/>
              </a:buClr>
              <a:buChar char="•"/>
            </a:pPr>
            <a:r>
              <a:rPr lang="en-US" sz="1400" b="0" i="0">
                <a:solidFill>
                  <a:srgbClr val="1B2433"/>
                </a:solidFill>
                <a:latin typeface="Poppins"/>
              </a:rPr>
              <a:t>Draw stack and heap for Lab 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Key takeaways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A class is a blueprint; new builds an object from it</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Variables hold primitives or references to objects</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 compares references; equals compares content</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Keep fields private; setters enforce the rules</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Override toString, equals and hashCode together</a:t>
            </a:r>
          </a:p>
        </p:txBody>
      </p:sp>
    </p:spTree>
  </p:cSld>
  <p:clrMapOvr>
    <a:masterClrMapping/>
  </p:clrMapOvr>
</p:sld>
</file>

<file path=ppt/theme/theme1.xml><?xml version="1.0" encoding="utf-8"?>
<a:theme xmlns:a="http://schemas.openxmlformats.org/drawingml/2006/main" name="Office Theme">
  <a:themeElements>
    <a:clrScheme name="FlairsTech">
      <a:dk1>
        <a:sysClr val="windowText" lastClr="000000"/>
      </a:dk1>
      <a:lt1>
        <a:sysClr val="window" lastClr="FFFFFF"/>
      </a:lt1>
      <a:dk2>
        <a:srgbClr val="0E2841"/>
      </a:dk2>
      <a:lt2>
        <a:srgbClr val="E8E8E8"/>
      </a:lt2>
      <a:accent1>
        <a:srgbClr val="0366FF"/>
      </a:accent1>
      <a:accent2>
        <a:srgbClr val="8C4FF4"/>
      </a:accent2>
      <a:accent3>
        <a:srgbClr val="6FDFE2"/>
      </a:accent3>
      <a:accent4>
        <a:srgbClr val="8D98FF"/>
      </a:accent4>
      <a:accent5>
        <a:srgbClr val="6FDFE2"/>
      </a:accent5>
      <a:accent6>
        <a:srgbClr val="8D98FF"/>
      </a:accent6>
      <a:hlink>
        <a:srgbClr val="0366FF"/>
      </a:hlink>
      <a:folHlink>
        <a:srgbClr val="0366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Custom 3">
      <a:dk1>
        <a:sysClr val="windowText" lastClr="000000"/>
      </a:dk1>
      <a:lt1>
        <a:sysClr val="window" lastClr="FFFFFF"/>
      </a:lt1>
      <a:dk2>
        <a:srgbClr val="0E2841"/>
      </a:dk2>
      <a:lt2>
        <a:srgbClr val="E8E8E8"/>
      </a:lt2>
      <a:accent1>
        <a:srgbClr val="0366FF"/>
      </a:accent1>
      <a:accent2>
        <a:srgbClr val="8C4FF4"/>
      </a:accent2>
      <a:accent3>
        <a:srgbClr val="8C4FF4"/>
      </a:accent3>
      <a:accent4>
        <a:srgbClr val="8D98FF"/>
      </a:accent4>
      <a:accent5>
        <a:srgbClr val="6FDFE2"/>
      </a:accent5>
      <a:accent6>
        <a:srgbClr val="8D98FF"/>
      </a:accent6>
      <a:hlink>
        <a:srgbClr val="0366FF"/>
      </a:hlink>
      <a:folHlink>
        <a:srgbClr val="0366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c554bfa-441c-4d2e-8d7f-5905a154967e">
      <Terms xmlns="http://schemas.microsoft.com/office/infopath/2007/PartnerControls"/>
    </lcf76f155ced4ddcb4097134ff3c332f>
    <TaxCatchAll xmlns="267263e3-1fcf-48fa-b14d-81517c84331f" xsi:nil="true"/>
    <TEST xmlns="0c554bfa-441c-4d2e-8d7f-5905a15496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F8597CAA107D94DBD46465D370C6836" ma:contentTypeVersion="15" ma:contentTypeDescription="Create a new document." ma:contentTypeScope="" ma:versionID="8a2f6d7c6cdf44e3d612298ede818f3f">
  <xsd:schema xmlns:xsd="http://www.w3.org/2001/XMLSchema" xmlns:xs="http://www.w3.org/2001/XMLSchema" xmlns:p="http://schemas.microsoft.com/office/2006/metadata/properties" xmlns:ns2="0c554bfa-441c-4d2e-8d7f-5905a154967e" xmlns:ns3="267263e3-1fcf-48fa-b14d-81517c84331f" targetNamespace="http://schemas.microsoft.com/office/2006/metadata/properties" ma:root="true" ma:fieldsID="50cf253f2fde9752ab1e7d332fc8c9db" ns2:_="" ns3:_="">
    <xsd:import namespace="0c554bfa-441c-4d2e-8d7f-5905a154967e"/>
    <xsd:import namespace="267263e3-1fcf-48fa-b14d-81517c84331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OCR" minOccurs="0"/>
                <xsd:element ref="ns2:TES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554bfa-441c-4d2e-8d7f-5905a15496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221b6bc-48c5-41a2-80f4-3c758f11516f"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TEST" ma:index="22" nillable="true" ma:displayName="TEST" ma:format="Thumbnail" ma:internalName="TEST">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67263e3-1fcf-48fa-b14d-81517c84331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c5d7adb-28fd-43b1-89e6-63139f817e49}" ma:internalName="TaxCatchAll" ma:showField="CatchAllData" ma:web="267263e3-1fcf-48fa-b14d-81517c8433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4A2C8A-29A8-40EB-B812-08F2A2A15023}">
  <ds:schemaRefs>
    <ds:schemaRef ds:uri="http://schemas.microsoft.com/office/2006/documentManagement/types"/>
    <ds:schemaRef ds:uri="http://schemas.openxmlformats.org/package/2006/metadata/core-properties"/>
    <ds:schemaRef ds:uri="http://www.w3.org/XML/1998/namespace"/>
    <ds:schemaRef ds:uri="http://purl.org/dc/terms/"/>
    <ds:schemaRef ds:uri="267263e3-1fcf-48fa-b14d-81517c84331f"/>
    <ds:schemaRef ds:uri="http://purl.org/dc/elements/1.1/"/>
    <ds:schemaRef ds:uri="http://schemas.microsoft.com/office/2006/metadata/properties"/>
    <ds:schemaRef ds:uri="http://schemas.microsoft.com/office/infopath/2007/PartnerControls"/>
    <ds:schemaRef ds:uri="0c554bfa-441c-4d2e-8d7f-5905a154967e"/>
    <ds:schemaRef ds:uri="http://purl.org/dc/dcmitype/"/>
  </ds:schemaRefs>
</ds:datastoreItem>
</file>

<file path=customXml/itemProps2.xml><?xml version="1.0" encoding="utf-8"?>
<ds:datastoreItem xmlns:ds="http://schemas.openxmlformats.org/officeDocument/2006/customXml" ds:itemID="{52F0A244-F1B4-48C8-B90B-FE82002C6D3F}">
  <ds:schemaRefs>
    <ds:schemaRef ds:uri="http://schemas.microsoft.com/sharepoint/v3/contenttype/forms"/>
  </ds:schemaRefs>
</ds:datastoreItem>
</file>

<file path=customXml/itemProps3.xml><?xml version="1.0" encoding="utf-8"?>
<ds:datastoreItem xmlns:ds="http://schemas.openxmlformats.org/officeDocument/2006/customXml" ds:itemID="{9AD8C1A3-981A-4C7E-A414-9868EA3331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554bfa-441c-4d2e-8d7f-5905a154967e"/>
    <ds:schemaRef ds:uri="267263e3-1fcf-48fa-b14d-81517c8433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TotalTime>0</TotalTime>
  <Application>Microsoft Office PowerPoint</Application>
  <PresentationFormat>Widescreen</PresentationFormat>
  <Slides>23</Slides>
  <Notes>23</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 Ashraf Abubakr</dc:creator>
  <cp:lastModifiedBy>Islam Kamel</cp:lastModifiedBy>
  <cp:revision>2</cp:revision>
  <dcterms:created xsi:type="dcterms:W3CDTF">2025-10-05T10:08:59Z</dcterms:created>
  <dcterms:modified xsi:type="dcterms:W3CDTF">2026-10-05T10:23:19Z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0x0101002F8597CAA107D94DBD46465D370C6836</vt:lpwstr>
  </property>
  <property fmtid="{D5CDD505-2E9C-101B-9397-08002B2CF9AE}" pid="3" name="MediaServiceImageTags">
    <vt:lpwstr/>
  </property>
</Properties>
</file>